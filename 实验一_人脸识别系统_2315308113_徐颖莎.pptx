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76" r:id="rId1"/>
    <p:sldMasterId id="2147483889" r:id="rId2"/>
  </p:sldMasterIdLst>
  <p:notesMasterIdLst>
    <p:notesMasterId r:id="rId14"/>
  </p:notesMasterIdLst>
  <p:sldIdLst>
    <p:sldId id="327" r:id="rId3"/>
    <p:sldId id="399" r:id="rId4"/>
    <p:sldId id="404" r:id="rId5"/>
    <p:sldId id="403" r:id="rId6"/>
    <p:sldId id="401" r:id="rId7"/>
    <p:sldId id="386" r:id="rId8"/>
    <p:sldId id="402" r:id="rId9"/>
    <p:sldId id="385" r:id="rId10"/>
    <p:sldId id="396" r:id="rId11"/>
    <p:sldId id="397" r:id="rId12"/>
    <p:sldId id="398" r:id="rId13"/>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96" userDrawn="1">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F2683"/>
    <a:srgbClr val="FF6600"/>
    <a:srgbClr val="A50021"/>
    <a:srgbClr val="0000CC"/>
    <a:srgbClr val="2009C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74823"/>
  </p:normalViewPr>
  <p:slideViewPr>
    <p:cSldViewPr>
      <p:cViewPr varScale="1">
        <p:scale>
          <a:sx n="119" d="100"/>
          <a:sy n="119" d="100"/>
        </p:scale>
        <p:origin x="2994" y="114"/>
      </p:cViewPr>
      <p:guideLst>
        <p:guide orient="horz" pos="2296"/>
        <p:guide pos="288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92336E7-F42F-4A2E-9F47-4CAB93D18031}" type="datetimeFigureOut">
              <a:rPr lang="zh-CN" altLang="en-US" smtClean="0"/>
              <a:t>2026/03/08</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0B9DC25-1DF3-4044-A1F0-C273483743DC}" type="slidenum">
              <a:rPr lang="zh-CN" altLang="en-US" smtClean="0"/>
              <a:t>‹#›</a:t>
            </a:fld>
            <a:endParaRPr lang="zh-CN" altLang="en-US"/>
          </a:p>
        </p:txBody>
      </p:sp>
    </p:spTree>
    <p:extLst>
      <p:ext uri="{BB962C8B-B14F-4D97-AF65-F5344CB8AC3E}">
        <p14:creationId xmlns:p14="http://schemas.microsoft.com/office/powerpoint/2010/main" val="23597991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Ref idx="1001">
        <a:schemeClr val="bg2"/>
      </p:bgRef>
    </p:bg>
    <p:spTree>
      <p:nvGrpSpPr>
        <p:cNvPr id="1" name=""/>
        <p:cNvGrpSpPr/>
        <p:nvPr/>
      </p:nvGrpSpPr>
      <p:grpSpPr>
        <a:xfrm>
          <a:off x="0" y="0"/>
          <a:ext cx="0" cy="0"/>
          <a:chOff x="0" y="0"/>
          <a:chExt cx="0" cy="0"/>
        </a:xfrm>
      </p:grpSpPr>
      <p:sp>
        <p:nvSpPr>
          <p:cNvPr id="7" name="矩形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0" name="矩形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1" name="矩形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8" name="标题 7"/>
          <p:cNvSpPr>
            <a:spLocks noGrp="1"/>
          </p:cNvSpPr>
          <p:nvPr>
            <p:ph type="ctrTitle"/>
          </p:nvPr>
        </p:nvSpPr>
        <p:spPr>
          <a:xfrm>
            <a:off x="2362200" y="4038600"/>
            <a:ext cx="6477000" cy="1828800"/>
          </a:xfrm>
        </p:spPr>
        <p:txBody>
          <a:bodyPr anchor="b"/>
          <a:lstStyle>
            <a:lvl1pPr>
              <a:defRPr cap="all" baseline="0"/>
            </a:lvl1pPr>
          </a:lstStyle>
          <a:p>
            <a:r>
              <a:rPr kumimoji="0" lang="zh-CN" altLang="en-US"/>
              <a:t>单击此处编辑母版标题样式</a:t>
            </a:r>
            <a:endParaRPr kumimoji="0" lang="en-US"/>
          </a:p>
        </p:txBody>
      </p:sp>
      <p:sp>
        <p:nvSpPr>
          <p:cNvPr id="9" name="副标题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zh-CN" altLang="en-US"/>
              <a:t>单击此处编辑母版副标题样式</a:t>
            </a:r>
            <a:endParaRPr kumimoji="0" lang="en-US"/>
          </a:p>
        </p:txBody>
      </p:sp>
      <p:sp>
        <p:nvSpPr>
          <p:cNvPr id="28" name="日期占位符 27"/>
          <p:cNvSpPr>
            <a:spLocks noGrp="1"/>
          </p:cNvSpPr>
          <p:nvPr>
            <p:ph type="dt" sz="half" idx="10"/>
          </p:nvPr>
        </p:nvSpPr>
        <p:spPr>
          <a:xfrm>
            <a:off x="76200" y="6068699"/>
            <a:ext cx="2057400" cy="685800"/>
          </a:xfrm>
        </p:spPr>
        <p:txBody>
          <a:bodyPr>
            <a:noAutofit/>
          </a:bodyPr>
          <a:lstStyle>
            <a:lvl1pPr algn="ctr">
              <a:defRPr sz="2000">
                <a:solidFill>
                  <a:srgbClr val="FFFFFF"/>
                </a:solidFill>
              </a:defRPr>
            </a:lvl1pPr>
          </a:lstStyle>
          <a:p>
            <a:fld id="{4ED9701B-4197-4FE5-B5DA-5416DC1669A5}" type="datetime1">
              <a:rPr lang="zh-CN" altLang="en-US" smtClean="0"/>
              <a:t>2026/03/08</a:t>
            </a:fld>
            <a:endParaRPr lang="zh-CN" altLang="en-US"/>
          </a:p>
        </p:txBody>
      </p:sp>
      <p:sp>
        <p:nvSpPr>
          <p:cNvPr id="17" name="页脚占位符 16"/>
          <p:cNvSpPr>
            <a:spLocks noGrp="1"/>
          </p:cNvSpPr>
          <p:nvPr>
            <p:ph type="ftr" sz="quarter" idx="11"/>
          </p:nvPr>
        </p:nvSpPr>
        <p:spPr>
          <a:xfrm>
            <a:off x="2085393" y="236538"/>
            <a:ext cx="5867400" cy="365125"/>
          </a:xfrm>
        </p:spPr>
        <p:txBody>
          <a:bodyPr/>
          <a:lstStyle>
            <a:lvl1pPr algn="r">
              <a:defRPr>
                <a:solidFill>
                  <a:schemeClr val="tx2"/>
                </a:solidFill>
              </a:defRPr>
            </a:lvl1pPr>
          </a:lstStyle>
          <a:p>
            <a:endParaRPr lang="zh-CN" altLang="en-US"/>
          </a:p>
        </p:txBody>
      </p:sp>
      <p:sp>
        <p:nvSpPr>
          <p:cNvPr id="29" name="灯片编号占位符 28"/>
          <p:cNvSpPr>
            <a:spLocks noGrp="1"/>
          </p:cNvSpPr>
          <p:nvPr>
            <p:ph type="sldNum" sz="quarter" idx="12"/>
          </p:nvPr>
        </p:nvSpPr>
        <p:spPr>
          <a:xfrm>
            <a:off x="8001000" y="228600"/>
            <a:ext cx="838200" cy="381000"/>
          </a:xfrm>
        </p:spPr>
        <p:txBody>
          <a:bodyPr/>
          <a:lstStyle>
            <a:lvl1pPr>
              <a:defRPr>
                <a:solidFill>
                  <a:schemeClr val="tx2"/>
                </a:solidFill>
              </a:defRPr>
            </a:lvl1pPr>
          </a:lstStyle>
          <a:p>
            <a:fld id="{0C913308-F349-4B6D-A68A-DD1791B4A57B}" type="slidenum">
              <a:rPr lang="zh-CN" altLang="en-US" smtClean="0"/>
              <a:t>‹#›</a:t>
            </a:fld>
            <a:endParaRPr lang="zh-CN" alt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12648" y="228600"/>
            <a:ext cx="8153400" cy="990600"/>
          </a:xfrm>
        </p:spPr>
        <p:txBody>
          <a:bodyPr/>
          <a:lstStyle/>
          <a:p>
            <a:r>
              <a:rPr kumimoji="0" lang="zh-CN" altLang="en-US"/>
              <a:t>单击此处编辑母版标题样式</a:t>
            </a:r>
            <a:endParaRPr kumimoji="0" lang="en-US"/>
          </a:p>
        </p:txBody>
      </p:sp>
      <p:sp>
        <p:nvSpPr>
          <p:cNvPr id="8" name="内容占位符 7"/>
          <p:cNvSpPr>
            <a:spLocks noGrp="1"/>
          </p:cNvSpPr>
          <p:nvPr>
            <p:ph sz="quarter" idx="1"/>
          </p:nvPr>
        </p:nvSpPr>
        <p:spPr>
          <a:xfrm>
            <a:off x="612648" y="1600200"/>
            <a:ext cx="8153400" cy="4495800"/>
          </a:xfrm>
        </p:spPr>
        <p:txBody>
          <a:body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3" name="日期占位符 2"/>
          <p:cNvSpPr>
            <a:spLocks noGrp="1"/>
          </p:cNvSpPr>
          <p:nvPr>
            <p:ph type="dt" sz="half" idx="10"/>
          </p:nvPr>
        </p:nvSpPr>
        <p:spPr/>
        <p:txBody>
          <a:bodyPr/>
          <a:lstStyle/>
          <a:p>
            <a:fld id="{24F36247-266E-48C6-8B14-289F25875231}" type="datetime1">
              <a:rPr lang="zh-CN" altLang="en-US" smtClean="0"/>
              <a:t>2026/03/08</a:t>
            </a:fld>
            <a:endParaRPr lang="zh-CN" altLang="en-US"/>
          </a:p>
        </p:txBody>
      </p:sp>
      <p:sp>
        <p:nvSpPr>
          <p:cNvPr id="7" name="页脚占位符 6"/>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t>‹#›</a:t>
            </a:fld>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bg>
      <p:bgRef idx="1003">
        <a:schemeClr val="bg1"/>
      </p:bgRef>
    </p:bg>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zh-CN" altLang="en-US"/>
              <a:t>单击此处编辑母版文本样式</a:t>
            </a:r>
          </a:p>
        </p:txBody>
      </p:sp>
      <p:sp>
        <p:nvSpPr>
          <p:cNvPr id="7" name="矩形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8" name="矩形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9" name="矩形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标题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zh-CN" altLang="en-US"/>
              <a:t>单击此处编辑母版标题样式</a:t>
            </a:r>
            <a:endParaRPr kumimoji="0" lang="en-US"/>
          </a:p>
        </p:txBody>
      </p:sp>
      <p:sp>
        <p:nvSpPr>
          <p:cNvPr id="12" name="日期占位符 11"/>
          <p:cNvSpPr>
            <a:spLocks noGrp="1"/>
          </p:cNvSpPr>
          <p:nvPr>
            <p:ph type="dt" sz="half" idx="10"/>
          </p:nvPr>
        </p:nvSpPr>
        <p:spPr/>
        <p:txBody>
          <a:bodyPr/>
          <a:lstStyle/>
          <a:p>
            <a:fld id="{83C65BE9-30F8-4EBE-A9C2-AB249A42BA31}" type="datetime1">
              <a:rPr lang="zh-CN" altLang="en-US" smtClean="0"/>
              <a:t>2026/03/08</a:t>
            </a:fld>
            <a:endParaRPr lang="zh-CN" altLang="en-US"/>
          </a:p>
        </p:txBody>
      </p:sp>
      <p:sp>
        <p:nvSpPr>
          <p:cNvPr id="13" name="灯片编号占位符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fld id="{0C913308-F349-4B6D-A68A-DD1791B4A57B}" type="slidenum">
              <a:rPr lang="zh-CN" altLang="en-US" smtClean="0"/>
              <a:t>‹#›</a:t>
            </a:fld>
            <a:endParaRPr lang="zh-CN" altLang="en-US" dirty="0"/>
          </a:p>
        </p:txBody>
      </p:sp>
      <p:sp>
        <p:nvSpPr>
          <p:cNvPr id="14" name="页脚占位符 13"/>
          <p:cNvSpPr>
            <a:spLocks noGrp="1"/>
          </p:cNvSpPr>
          <p:nvPr>
            <p:ph type="ftr" sz="quarter" idx="12"/>
          </p:nvPr>
        </p:nvSpPr>
        <p:spPr/>
        <p:txBody>
          <a:bodyPr/>
          <a:lstStyle/>
          <a:p>
            <a:endParaRPr lang="zh-CN"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9" name="内容占位符 8"/>
          <p:cNvSpPr>
            <a:spLocks noGrp="1"/>
          </p:cNvSpPr>
          <p:nvPr>
            <p:ph sz="quarter" idx="1"/>
          </p:nvPr>
        </p:nvSpPr>
        <p:spPr>
          <a:xfrm>
            <a:off x="609600" y="1589567"/>
            <a:ext cx="3886200" cy="4572000"/>
          </a:xfrm>
        </p:spPr>
        <p:txBody>
          <a:body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11" name="内容占位符 10"/>
          <p:cNvSpPr>
            <a:spLocks noGrp="1"/>
          </p:cNvSpPr>
          <p:nvPr>
            <p:ph sz="quarter" idx="2"/>
          </p:nvPr>
        </p:nvSpPr>
        <p:spPr>
          <a:xfrm>
            <a:off x="4844901" y="1589567"/>
            <a:ext cx="3886200" cy="4572000"/>
          </a:xfrm>
        </p:spPr>
        <p:txBody>
          <a:body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8" name="日期占位符 7"/>
          <p:cNvSpPr>
            <a:spLocks noGrp="1"/>
          </p:cNvSpPr>
          <p:nvPr>
            <p:ph type="dt" sz="half" idx="15"/>
          </p:nvPr>
        </p:nvSpPr>
        <p:spPr/>
        <p:txBody>
          <a:bodyPr rtlCol="0"/>
          <a:lstStyle/>
          <a:p>
            <a:fld id="{B7E2C2CD-497C-4296-A0B9-87C9C1109BD9}" type="datetime1">
              <a:rPr lang="zh-CN" altLang="en-US" smtClean="0"/>
              <a:t>2026/03/08</a:t>
            </a:fld>
            <a:endParaRPr lang="zh-CN" altLang="en-US"/>
          </a:p>
        </p:txBody>
      </p:sp>
      <p:sp>
        <p:nvSpPr>
          <p:cNvPr id="10" name="灯片编号占位符 9"/>
          <p:cNvSpPr>
            <a:spLocks noGrp="1"/>
          </p:cNvSpPr>
          <p:nvPr>
            <p:ph type="sldNum" sz="quarter" idx="16"/>
          </p:nvPr>
        </p:nvSpPr>
        <p:spPr/>
        <p:txBody>
          <a:bodyPr rtlCol="0"/>
          <a:lstStyle/>
          <a:p>
            <a:fld id="{0C913308-F349-4B6D-A68A-DD1791B4A57B}" type="slidenum">
              <a:rPr lang="zh-CN" altLang="en-US" smtClean="0"/>
              <a:t>‹#›</a:t>
            </a:fld>
            <a:endParaRPr lang="zh-CN" altLang="en-US"/>
          </a:p>
        </p:txBody>
      </p:sp>
      <p:sp>
        <p:nvSpPr>
          <p:cNvPr id="12" name="页脚占位符 11"/>
          <p:cNvSpPr>
            <a:spLocks noGrp="1"/>
          </p:cNvSpPr>
          <p:nvPr>
            <p:ph type="ftr" sz="quarter" idx="17"/>
          </p:nvPr>
        </p:nvSpPr>
        <p:spPr/>
        <p:txBody>
          <a:bodyPr rtlCol="0"/>
          <a:lstStyle/>
          <a:p>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533400" y="273050"/>
            <a:ext cx="8153400" cy="869950"/>
          </a:xfrm>
        </p:spPr>
        <p:txBody>
          <a:bodyPr anchor="ctr"/>
          <a:lstStyle>
            <a:lvl1pPr>
              <a:defRPr/>
            </a:lvl1pPr>
          </a:lstStyle>
          <a:p>
            <a:r>
              <a:rPr kumimoji="0" lang="zh-CN" altLang="en-US"/>
              <a:t>单击此处编辑母版标题样式</a:t>
            </a:r>
            <a:endParaRPr kumimoji="0" lang="en-US"/>
          </a:p>
        </p:txBody>
      </p:sp>
      <p:sp>
        <p:nvSpPr>
          <p:cNvPr id="11" name="内容占位符 10"/>
          <p:cNvSpPr>
            <a:spLocks noGrp="1"/>
          </p:cNvSpPr>
          <p:nvPr>
            <p:ph sz="quarter" idx="2"/>
          </p:nvPr>
        </p:nvSpPr>
        <p:spPr>
          <a:xfrm>
            <a:off x="609600" y="2438400"/>
            <a:ext cx="3886200" cy="3581400"/>
          </a:xfrm>
        </p:spPr>
        <p:txBody>
          <a:body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13" name="内容占位符 12"/>
          <p:cNvSpPr>
            <a:spLocks noGrp="1"/>
          </p:cNvSpPr>
          <p:nvPr>
            <p:ph sz="quarter" idx="4"/>
          </p:nvPr>
        </p:nvSpPr>
        <p:spPr>
          <a:xfrm>
            <a:off x="4800600" y="2438400"/>
            <a:ext cx="3886200" cy="3581400"/>
          </a:xfrm>
        </p:spPr>
        <p:txBody>
          <a:body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10" name="日期占位符 9"/>
          <p:cNvSpPr>
            <a:spLocks noGrp="1"/>
          </p:cNvSpPr>
          <p:nvPr>
            <p:ph type="dt" sz="half" idx="15"/>
          </p:nvPr>
        </p:nvSpPr>
        <p:spPr/>
        <p:txBody>
          <a:bodyPr rtlCol="0"/>
          <a:lstStyle/>
          <a:p>
            <a:fld id="{F5E19621-E3B2-4562-A73B-168B240E71B6}" type="datetime1">
              <a:rPr lang="zh-CN" altLang="en-US" smtClean="0"/>
              <a:t>2026/03/08</a:t>
            </a:fld>
            <a:endParaRPr lang="zh-CN" altLang="en-US"/>
          </a:p>
        </p:txBody>
      </p:sp>
      <p:sp>
        <p:nvSpPr>
          <p:cNvPr id="12" name="灯片编号占位符 11"/>
          <p:cNvSpPr>
            <a:spLocks noGrp="1"/>
          </p:cNvSpPr>
          <p:nvPr>
            <p:ph type="sldNum" sz="quarter" idx="16"/>
          </p:nvPr>
        </p:nvSpPr>
        <p:spPr/>
        <p:txBody>
          <a:bodyPr rtlCol="0"/>
          <a:lstStyle/>
          <a:p>
            <a:fld id="{0C913308-F349-4B6D-A68A-DD1791B4A57B}" type="slidenum">
              <a:rPr lang="zh-CN" altLang="en-US" smtClean="0"/>
              <a:t>‹#›</a:t>
            </a:fld>
            <a:endParaRPr lang="zh-CN" altLang="en-US"/>
          </a:p>
        </p:txBody>
      </p:sp>
      <p:sp>
        <p:nvSpPr>
          <p:cNvPr id="14" name="页脚占位符 13"/>
          <p:cNvSpPr>
            <a:spLocks noGrp="1"/>
          </p:cNvSpPr>
          <p:nvPr>
            <p:ph type="ftr" sz="quarter" idx="17"/>
          </p:nvPr>
        </p:nvSpPr>
        <p:spPr/>
        <p:txBody>
          <a:bodyPr rtlCol="0"/>
          <a:lstStyle/>
          <a:p>
            <a:endParaRPr lang="zh-CN" altLang="en-US"/>
          </a:p>
        </p:txBody>
      </p:sp>
      <p:sp>
        <p:nvSpPr>
          <p:cNvPr id="16" name="文本占位符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zh-CN" altLang="en-US"/>
              <a:t>单击此处编辑母版文本样式</a:t>
            </a:r>
          </a:p>
        </p:txBody>
      </p:sp>
      <p:sp>
        <p:nvSpPr>
          <p:cNvPr id="15" name="文本占位符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zh-CN" altLang="en-US"/>
              <a:t>单击此处编辑母版文本样式</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日期占位符 2"/>
          <p:cNvSpPr>
            <a:spLocks noGrp="1"/>
          </p:cNvSpPr>
          <p:nvPr>
            <p:ph type="dt" sz="half" idx="10"/>
          </p:nvPr>
        </p:nvSpPr>
        <p:spPr/>
        <p:txBody>
          <a:bodyPr/>
          <a:lstStyle/>
          <a:p>
            <a:fld id="{19AA16C8-561B-4A8C-9EFE-F6FCC4B46780}" type="datetime1">
              <a:rPr lang="zh-CN" altLang="en-US" smtClean="0"/>
              <a:t>2026/03/08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lvl1pPr>
              <a:defRPr>
                <a:solidFill>
                  <a:srgbClr val="FFFFFF"/>
                </a:solidFill>
              </a:defRPr>
            </a:lvl1pPr>
          </a:lstStyle>
          <a:p>
            <a:fld id="{0C913308-F349-4B6D-A68A-DD1791B4A57B}"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B514F784-2C90-4317-995F-7291EE975927}" type="datetime1">
              <a:rPr lang="zh-CN" altLang="en-US" smtClean="0"/>
              <a:t>2026/03/08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a:xfrm>
            <a:off x="0" y="6248400"/>
            <a:ext cx="533400" cy="381000"/>
          </a:xfrm>
        </p:spPr>
        <p:txBody>
          <a:bodyPr/>
          <a:lstStyle>
            <a:lvl1pPr>
              <a:defRPr>
                <a:solidFill>
                  <a:schemeClr val="tx2"/>
                </a:solidFill>
              </a:defRPr>
            </a:lvl1pPr>
          </a:lstStyle>
          <a:p>
            <a:fld id="{0C913308-F349-4B6D-A68A-DD1791B4A57B}"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8077200" cy="869950"/>
          </a:xfrm>
        </p:spPr>
        <p:txBody>
          <a:bodyPr anchor="ctr"/>
          <a:lstStyle>
            <a:lvl1pPr algn="l">
              <a:buNone/>
              <a:defRPr sz="4400" b="0"/>
            </a:lvl1pPr>
          </a:lstStyle>
          <a:p>
            <a:r>
              <a:rPr kumimoji="0" lang="zh-CN" altLang="en-US"/>
              <a:t>单击此处编辑母版标题样式</a:t>
            </a:r>
            <a:endParaRPr kumimoji="0" lang="en-US"/>
          </a:p>
        </p:txBody>
      </p:sp>
      <p:sp>
        <p:nvSpPr>
          <p:cNvPr id="5" name="日期占位符 4"/>
          <p:cNvSpPr>
            <a:spLocks noGrp="1"/>
          </p:cNvSpPr>
          <p:nvPr>
            <p:ph type="dt" sz="half" idx="10"/>
          </p:nvPr>
        </p:nvSpPr>
        <p:spPr/>
        <p:txBody>
          <a:bodyPr/>
          <a:lstStyle/>
          <a:p>
            <a:fld id="{57E436A7-51C4-461E-A63E-A4F97ED44C5C}" type="datetime1">
              <a:rPr lang="zh-CN" altLang="en-US" smtClean="0"/>
              <a:t>2026/03/08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lvl1pPr>
              <a:defRPr>
                <a:solidFill>
                  <a:srgbClr val="FFFFFF"/>
                </a:solidFill>
              </a:defRPr>
            </a:lvl1pPr>
          </a:lstStyle>
          <a:p>
            <a:fld id="{0C913308-F349-4B6D-A68A-DD1791B4A57B}" type="slidenum">
              <a:rPr lang="zh-CN" altLang="en-US" smtClean="0"/>
              <a:t>‹#›</a:t>
            </a:fld>
            <a:endParaRPr lang="zh-CN" altLang="en-US"/>
          </a:p>
        </p:txBody>
      </p:sp>
      <p:sp>
        <p:nvSpPr>
          <p:cNvPr id="3" name="文本占位符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zh-CN" altLang="en-US"/>
              <a:t>单击此处编辑母版文本样式</a:t>
            </a:r>
          </a:p>
        </p:txBody>
      </p:sp>
      <p:sp>
        <p:nvSpPr>
          <p:cNvPr id="9" name="内容占位符 8"/>
          <p:cNvSpPr>
            <a:spLocks noGrp="1"/>
          </p:cNvSpPr>
          <p:nvPr>
            <p:ph sz="quarter" idx="1"/>
          </p:nvPr>
        </p:nvSpPr>
        <p:spPr>
          <a:xfrm>
            <a:off x="2362200" y="1752600"/>
            <a:ext cx="6400800" cy="4419600"/>
          </a:xfrm>
        </p:spPr>
        <p:txBody>
          <a:body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bg>
      <p:bgRef idx="1003">
        <a:schemeClr val="bg2"/>
      </p:bgRef>
    </p:bg>
    <p:spTree>
      <p:nvGrpSpPr>
        <p:cNvPr id="1" name=""/>
        <p:cNvGrpSpPr/>
        <p:nvPr/>
      </p:nvGrpSpPr>
      <p:grpSpPr>
        <a:xfrm>
          <a:off x="0" y="0"/>
          <a:ext cx="0" cy="0"/>
          <a:chOff x="0" y="0"/>
          <a:chExt cx="0" cy="0"/>
        </a:xfrm>
      </p:grpSpPr>
      <p:sp>
        <p:nvSpPr>
          <p:cNvPr id="4" name="文本占位符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zh-CN" altLang="en-US"/>
              <a:t>单击此处编辑母版文本样式</a:t>
            </a:r>
          </a:p>
        </p:txBody>
      </p:sp>
      <p:sp>
        <p:nvSpPr>
          <p:cNvPr id="8" name="矩形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9" name="矩形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0" name="矩形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标题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zh-CN" altLang="en-US"/>
              <a:t>单击此处编辑母版标题样式</a:t>
            </a:r>
            <a:endParaRPr kumimoji="0" lang="en-US"/>
          </a:p>
        </p:txBody>
      </p:sp>
      <p:sp>
        <p:nvSpPr>
          <p:cNvPr id="11" name="矩形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2" name="日期占位符 11"/>
          <p:cNvSpPr>
            <a:spLocks noGrp="1"/>
          </p:cNvSpPr>
          <p:nvPr>
            <p:ph type="dt" sz="half" idx="10"/>
          </p:nvPr>
        </p:nvSpPr>
        <p:spPr>
          <a:xfrm>
            <a:off x="6248400" y="6248400"/>
            <a:ext cx="2667000" cy="365125"/>
          </a:xfrm>
        </p:spPr>
        <p:txBody>
          <a:bodyPr rtlCol="0"/>
          <a:lstStyle/>
          <a:p>
            <a:fld id="{DD3C3FD1-F0F2-4061-8913-C3CEB2D6BA24}" type="datetime1">
              <a:rPr lang="zh-CN" altLang="en-US" smtClean="0"/>
              <a:t>2026/03/08</a:t>
            </a:fld>
            <a:endParaRPr lang="zh-CN" altLang="en-US"/>
          </a:p>
        </p:txBody>
      </p:sp>
      <p:sp>
        <p:nvSpPr>
          <p:cNvPr id="13" name="灯片编号占位符 12"/>
          <p:cNvSpPr>
            <a:spLocks noGrp="1"/>
          </p:cNvSpPr>
          <p:nvPr>
            <p:ph type="sldNum" sz="quarter" idx="11"/>
          </p:nvPr>
        </p:nvSpPr>
        <p:spPr>
          <a:xfrm>
            <a:off x="0" y="4667249"/>
            <a:ext cx="1447800" cy="663578"/>
          </a:xfrm>
        </p:spPr>
        <p:txBody>
          <a:bodyPr rtlCol="0"/>
          <a:lstStyle>
            <a:lvl1pPr>
              <a:defRPr sz="2800"/>
            </a:lvl1pPr>
          </a:lstStyle>
          <a:p>
            <a:fld id="{0C913308-F349-4B6D-A68A-DD1791B4A57B}" type="slidenum">
              <a:rPr lang="zh-CN" altLang="en-US" smtClean="0"/>
              <a:t>‹#›</a:t>
            </a:fld>
            <a:endParaRPr lang="zh-CN" altLang="en-US"/>
          </a:p>
        </p:txBody>
      </p:sp>
      <p:sp>
        <p:nvSpPr>
          <p:cNvPr id="14" name="页脚占位符 13"/>
          <p:cNvSpPr>
            <a:spLocks noGrp="1"/>
          </p:cNvSpPr>
          <p:nvPr>
            <p:ph type="ftr" sz="quarter" idx="12"/>
          </p:nvPr>
        </p:nvSpPr>
        <p:spPr>
          <a:xfrm>
            <a:off x="1600200" y="6248206"/>
            <a:ext cx="4572000" cy="365125"/>
          </a:xfrm>
        </p:spPr>
        <p:txBody>
          <a:bodyPr rtlCol="0"/>
          <a:lstStyle/>
          <a:p>
            <a:endParaRPr lang="zh-CN" altLang="en-US"/>
          </a:p>
        </p:txBody>
      </p:sp>
      <p:sp>
        <p:nvSpPr>
          <p:cNvPr id="3" name="图片占位符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zh-CN" altLang="en-US"/>
              <a:t>单击图标添加图片</a:t>
            </a:r>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p:txBody>
          <a:bodyPr vert="eaVer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B428033A-B298-4829-B013-FB02CFC1E8B2}" type="datetime1">
              <a:rPr lang="zh-CN" altLang="en-US" smtClean="0"/>
              <a:t>2026/03/08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bg>
      <p:bgRef idx="1001">
        <a:schemeClr val="bg1"/>
      </p:bgRef>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53200" y="609600"/>
            <a:ext cx="2057400" cy="5516563"/>
          </a:xfrm>
        </p:spPr>
        <p:txBody>
          <a:bodyPr vert="eaVert"/>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a:xfrm>
            <a:off x="457200" y="609600"/>
            <a:ext cx="5562600" cy="5516564"/>
          </a:xfrm>
        </p:spPr>
        <p:txBody>
          <a:bodyPr vert="eaVer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a:xfrm>
            <a:off x="6553200" y="6248402"/>
            <a:ext cx="2209800" cy="365125"/>
          </a:xfrm>
        </p:spPr>
        <p:txBody>
          <a:bodyPr/>
          <a:lstStyle/>
          <a:p>
            <a:fld id="{16322D89-321D-4885-89B2-A0E512222A49}" type="datetime1">
              <a:rPr lang="zh-CN" altLang="en-US" smtClean="0"/>
              <a:t>2026/03/08</a:t>
            </a:fld>
            <a:endParaRPr lang="zh-CN" altLang="en-US"/>
          </a:p>
        </p:txBody>
      </p:sp>
      <p:sp>
        <p:nvSpPr>
          <p:cNvPr id="5" name="页脚占位符 4"/>
          <p:cNvSpPr>
            <a:spLocks noGrp="1"/>
          </p:cNvSpPr>
          <p:nvPr>
            <p:ph type="ftr" sz="quarter" idx="11"/>
          </p:nvPr>
        </p:nvSpPr>
        <p:spPr>
          <a:xfrm>
            <a:off x="457201" y="6248207"/>
            <a:ext cx="5573483" cy="365125"/>
          </a:xfrm>
        </p:spPr>
        <p:txBody>
          <a:bodyPr/>
          <a:lstStyle/>
          <a:p>
            <a:endParaRPr lang="zh-CN" altLang="en-US"/>
          </a:p>
        </p:txBody>
      </p:sp>
      <p:sp>
        <p:nvSpPr>
          <p:cNvPr id="7" name="矩形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dirty="0"/>
          </a:p>
        </p:txBody>
      </p:sp>
      <p:sp>
        <p:nvSpPr>
          <p:cNvPr id="8" name="矩形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dirty="0"/>
          </a:p>
        </p:txBody>
      </p:sp>
      <p:sp>
        <p:nvSpPr>
          <p:cNvPr id="9" name="矩形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dirty="0"/>
          </a:p>
        </p:txBody>
      </p:sp>
      <p:sp>
        <p:nvSpPr>
          <p:cNvPr id="6" name="灯片编号占位符 5"/>
          <p:cNvSpPr>
            <a:spLocks noGrp="1"/>
          </p:cNvSpPr>
          <p:nvPr>
            <p:ph type="sldNum" sz="quarter" idx="12"/>
          </p:nvPr>
        </p:nvSpPr>
        <p:spPr>
          <a:xfrm rot="5400000">
            <a:off x="5989638" y="144462"/>
            <a:ext cx="533400" cy="244476"/>
          </a:xfrm>
        </p:spPr>
        <p:txBody>
          <a:bodyPr/>
          <a:lstStyle/>
          <a:p>
            <a:fld id="{0C913308-F349-4B6D-A68A-DD1791B4A57B}" type="slidenum">
              <a:rPr lang="zh-CN" altLang="en-US" smtClean="0"/>
              <a:t>‹#›</a:t>
            </a:fld>
            <a:endParaRPr lang="zh-CN"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BEE511-B03C-1057-AC41-916778E865E1}"/>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998BC20E-8A67-2533-0BEE-42FA56BA1FEC}"/>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E0E3950C-D78D-4FFD-7918-9AF623BD3D1C}"/>
              </a:ext>
            </a:extLst>
          </p:cNvPr>
          <p:cNvSpPr>
            <a:spLocks noGrp="1"/>
          </p:cNvSpPr>
          <p:nvPr>
            <p:ph type="dt" sz="half" idx="10"/>
          </p:nvPr>
        </p:nvSpPr>
        <p:spPr/>
        <p:txBody>
          <a:bodyPr/>
          <a:lstStyle/>
          <a:p>
            <a:fld id="{349AEEE3-55E4-E540-917E-4045A83131DD}" type="datetimeFigureOut">
              <a:rPr lang="en-US" smtClean="0"/>
              <a:t>3/8/2026</a:t>
            </a:fld>
            <a:endParaRPr lang="en-US" dirty="0"/>
          </a:p>
        </p:txBody>
      </p:sp>
      <p:sp>
        <p:nvSpPr>
          <p:cNvPr id="5" name="Footer Placeholder 4">
            <a:extLst>
              <a:ext uri="{FF2B5EF4-FFF2-40B4-BE49-F238E27FC236}">
                <a16:creationId xmlns:a16="http://schemas.microsoft.com/office/drawing/2014/main" id="{567E8B0F-AB04-3D2D-70E0-A209AC0AFA7D}"/>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322629682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813569-AF66-DC5C-197E-0EAF211549D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1EA5EC0-6F2E-1D49-9980-EEDE825FB3A9}"/>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CFF80C1-C4ED-D9CD-20D3-EF632343A8DB}"/>
              </a:ext>
            </a:extLst>
          </p:cNvPr>
          <p:cNvSpPr>
            <a:spLocks noGrp="1"/>
          </p:cNvSpPr>
          <p:nvPr>
            <p:ph type="dt" sz="half" idx="10"/>
          </p:nvPr>
        </p:nvSpPr>
        <p:spPr/>
        <p:txBody>
          <a:bodyPr/>
          <a:lstStyle/>
          <a:p>
            <a:fld id="{349AEEE3-55E4-E540-917E-4045A83131DD}" type="datetimeFigureOut">
              <a:rPr lang="en-US" smtClean="0"/>
              <a:t>3/8/2026</a:t>
            </a:fld>
            <a:endParaRPr lang="en-US" dirty="0"/>
          </a:p>
        </p:txBody>
      </p:sp>
      <p:sp>
        <p:nvSpPr>
          <p:cNvPr id="5" name="Footer Placeholder 4">
            <a:extLst>
              <a:ext uri="{FF2B5EF4-FFF2-40B4-BE49-F238E27FC236}">
                <a16:creationId xmlns:a16="http://schemas.microsoft.com/office/drawing/2014/main" id="{697C28C4-0874-D93E-7FBD-E964E8BF3CF1}"/>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394900454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D7ACA2-8B6C-77F9-5D9F-47324639CD66}"/>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991BD387-471D-4EA7-FF61-64F548DDEC76}"/>
              </a:ext>
            </a:extLst>
          </p:cNvPr>
          <p:cNvSpPr>
            <a:spLocks noGrp="1"/>
          </p:cNvSpPr>
          <p:nvPr>
            <p:ph type="body" idx="1"/>
          </p:nvPr>
        </p:nvSpPr>
        <p:spPr>
          <a:xfrm>
            <a:off x="623888" y="4589464"/>
            <a:ext cx="7886700" cy="150018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55C49DD-5F74-B022-C969-4E000A887BD6}"/>
              </a:ext>
            </a:extLst>
          </p:cNvPr>
          <p:cNvSpPr>
            <a:spLocks noGrp="1"/>
          </p:cNvSpPr>
          <p:nvPr>
            <p:ph type="dt" sz="half" idx="10"/>
          </p:nvPr>
        </p:nvSpPr>
        <p:spPr/>
        <p:txBody>
          <a:bodyPr/>
          <a:lstStyle/>
          <a:p>
            <a:fld id="{349AEEE3-55E4-E540-917E-4045A83131DD}" type="datetimeFigureOut">
              <a:rPr lang="en-US" smtClean="0"/>
              <a:t>3/8/2026</a:t>
            </a:fld>
            <a:endParaRPr lang="en-US" dirty="0"/>
          </a:p>
        </p:txBody>
      </p:sp>
      <p:sp>
        <p:nvSpPr>
          <p:cNvPr id="5" name="Footer Placeholder 4">
            <a:extLst>
              <a:ext uri="{FF2B5EF4-FFF2-40B4-BE49-F238E27FC236}">
                <a16:creationId xmlns:a16="http://schemas.microsoft.com/office/drawing/2014/main" id="{02188530-7F00-F90D-4003-EAD54EBD48F5}"/>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37344978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885BA3-93F9-8A28-143D-D7D1E32C67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D3C4454-4C7A-C5CA-C5B6-4FFBA2E7B461}"/>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6240780-7644-D8E0-BF20-1B3A4140A8F6}"/>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37865DF-8228-AE80-2DDE-764E95A045FF}"/>
              </a:ext>
            </a:extLst>
          </p:cNvPr>
          <p:cNvSpPr>
            <a:spLocks noGrp="1"/>
          </p:cNvSpPr>
          <p:nvPr>
            <p:ph type="dt" sz="half" idx="10"/>
          </p:nvPr>
        </p:nvSpPr>
        <p:spPr/>
        <p:txBody>
          <a:bodyPr/>
          <a:lstStyle/>
          <a:p>
            <a:fld id="{349AEEE3-55E4-E540-917E-4045A83131DD}" type="datetimeFigureOut">
              <a:rPr lang="en-US" smtClean="0"/>
              <a:t>3/8/2026</a:t>
            </a:fld>
            <a:endParaRPr lang="en-US" dirty="0"/>
          </a:p>
        </p:txBody>
      </p:sp>
      <p:sp>
        <p:nvSpPr>
          <p:cNvPr id="6" name="Footer Placeholder 5">
            <a:extLst>
              <a:ext uri="{FF2B5EF4-FFF2-40B4-BE49-F238E27FC236}">
                <a16:creationId xmlns:a16="http://schemas.microsoft.com/office/drawing/2014/main" id="{455AD19D-43B0-BEC0-872E-72DAFCACDAE5}"/>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413537533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8CC55-D408-6132-BA6A-999BF5D5CAD4}"/>
              </a:ext>
            </a:extLst>
          </p:cNvPr>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F129F1D-29C9-6E5A-4A6B-CC3D1A9E31D0}"/>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88E02292-DDAE-231B-B53E-09E535AC14DF}"/>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FC4B30A-12AA-B23B-8E92-282088A05160}"/>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179E8380-3F11-1CD5-D6EB-527B9716E200}"/>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9B26C14-3F56-E521-3BB8-405DE83CA2D8}"/>
              </a:ext>
            </a:extLst>
          </p:cNvPr>
          <p:cNvSpPr>
            <a:spLocks noGrp="1"/>
          </p:cNvSpPr>
          <p:nvPr>
            <p:ph type="dt" sz="half" idx="10"/>
          </p:nvPr>
        </p:nvSpPr>
        <p:spPr/>
        <p:txBody>
          <a:bodyPr/>
          <a:lstStyle/>
          <a:p>
            <a:fld id="{349AEEE3-55E4-E540-917E-4045A83131DD}" type="datetimeFigureOut">
              <a:rPr lang="en-US" smtClean="0"/>
              <a:t>3/8/2026</a:t>
            </a:fld>
            <a:endParaRPr lang="en-US" dirty="0"/>
          </a:p>
        </p:txBody>
      </p:sp>
      <p:sp>
        <p:nvSpPr>
          <p:cNvPr id="8" name="Footer Placeholder 7">
            <a:extLst>
              <a:ext uri="{FF2B5EF4-FFF2-40B4-BE49-F238E27FC236}">
                <a16:creationId xmlns:a16="http://schemas.microsoft.com/office/drawing/2014/main" id="{406D5304-777D-69A0-50DA-5BFF62FBD6CE}"/>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163037040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C7157-CBA5-526F-5917-1E123BE5CB5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364761E-FBFE-40C6-D0B9-C8134BD19913}"/>
              </a:ext>
            </a:extLst>
          </p:cNvPr>
          <p:cNvSpPr>
            <a:spLocks noGrp="1"/>
          </p:cNvSpPr>
          <p:nvPr>
            <p:ph type="dt" sz="half" idx="10"/>
          </p:nvPr>
        </p:nvSpPr>
        <p:spPr/>
        <p:txBody>
          <a:bodyPr/>
          <a:lstStyle/>
          <a:p>
            <a:fld id="{349AEEE3-55E4-E540-917E-4045A83131DD}" type="datetimeFigureOut">
              <a:rPr lang="en-US" smtClean="0"/>
              <a:t>3/8/2026</a:t>
            </a:fld>
            <a:endParaRPr lang="en-US" dirty="0"/>
          </a:p>
        </p:txBody>
      </p:sp>
      <p:sp>
        <p:nvSpPr>
          <p:cNvPr id="4" name="Footer Placeholder 3">
            <a:extLst>
              <a:ext uri="{FF2B5EF4-FFF2-40B4-BE49-F238E27FC236}">
                <a16:creationId xmlns:a16="http://schemas.microsoft.com/office/drawing/2014/main" id="{4EC95254-AFC3-E6D2-EE19-6B1F031D5050}"/>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390833236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2D7A6BE-CFA2-2FDA-9A86-AF5573A41011}"/>
              </a:ext>
            </a:extLst>
          </p:cNvPr>
          <p:cNvSpPr>
            <a:spLocks noGrp="1"/>
          </p:cNvSpPr>
          <p:nvPr>
            <p:ph type="dt" sz="half" idx="10"/>
          </p:nvPr>
        </p:nvSpPr>
        <p:spPr/>
        <p:txBody>
          <a:bodyPr/>
          <a:lstStyle/>
          <a:p>
            <a:fld id="{349AEEE3-55E4-E540-917E-4045A83131DD}" type="datetimeFigureOut">
              <a:rPr lang="en-US" smtClean="0"/>
              <a:t>3/8/2026</a:t>
            </a:fld>
            <a:endParaRPr lang="en-US" dirty="0"/>
          </a:p>
        </p:txBody>
      </p:sp>
      <p:sp>
        <p:nvSpPr>
          <p:cNvPr id="3" name="Footer Placeholder 2">
            <a:extLst>
              <a:ext uri="{FF2B5EF4-FFF2-40B4-BE49-F238E27FC236}">
                <a16:creationId xmlns:a16="http://schemas.microsoft.com/office/drawing/2014/main" id="{DAA657E0-7335-D103-ABCA-DFACDBFAA221}"/>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7692199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8CEA00-56DC-F8AD-4DDD-C228A585C3DB}"/>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A4FF75F3-4099-0A9F-F38E-881A13A92BAD}"/>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E13B34D-22B5-A821-8983-F49DB210528C}"/>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9303AD5E-FC21-5E9B-3670-0BB3CD7F6C18}"/>
              </a:ext>
            </a:extLst>
          </p:cNvPr>
          <p:cNvSpPr>
            <a:spLocks noGrp="1"/>
          </p:cNvSpPr>
          <p:nvPr>
            <p:ph type="dt" sz="half" idx="10"/>
          </p:nvPr>
        </p:nvSpPr>
        <p:spPr/>
        <p:txBody>
          <a:bodyPr/>
          <a:lstStyle/>
          <a:p>
            <a:fld id="{349AEEE3-55E4-E540-917E-4045A83131DD}" type="datetimeFigureOut">
              <a:rPr lang="en-US" smtClean="0"/>
              <a:t>3/8/2026</a:t>
            </a:fld>
            <a:endParaRPr lang="en-US" dirty="0"/>
          </a:p>
        </p:txBody>
      </p:sp>
      <p:sp>
        <p:nvSpPr>
          <p:cNvPr id="6" name="Footer Placeholder 5">
            <a:extLst>
              <a:ext uri="{FF2B5EF4-FFF2-40B4-BE49-F238E27FC236}">
                <a16:creationId xmlns:a16="http://schemas.microsoft.com/office/drawing/2014/main" id="{FCCD3907-A0CA-19F3-CECC-5B2E6613DEA6}"/>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32846990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1A9D52-EC75-D287-905F-3E6D81BE99F5}"/>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63C4E19A-2F95-8AC6-4154-FC72AF8B21F7}"/>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dirty="0"/>
          </a:p>
        </p:txBody>
      </p:sp>
      <p:sp>
        <p:nvSpPr>
          <p:cNvPr id="4" name="Text Placeholder 3">
            <a:extLst>
              <a:ext uri="{FF2B5EF4-FFF2-40B4-BE49-F238E27FC236}">
                <a16:creationId xmlns:a16="http://schemas.microsoft.com/office/drawing/2014/main" id="{1E14A2CB-2278-F53C-97EE-46C64B684246}"/>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E58B3B7F-01E6-CE81-DD4F-39527D976489}"/>
              </a:ext>
            </a:extLst>
          </p:cNvPr>
          <p:cNvSpPr>
            <a:spLocks noGrp="1"/>
          </p:cNvSpPr>
          <p:nvPr>
            <p:ph type="dt" sz="half" idx="10"/>
          </p:nvPr>
        </p:nvSpPr>
        <p:spPr/>
        <p:txBody>
          <a:bodyPr/>
          <a:lstStyle/>
          <a:p>
            <a:fld id="{349AEEE3-55E4-E540-917E-4045A83131DD}" type="datetimeFigureOut">
              <a:rPr lang="en-US" smtClean="0"/>
              <a:t>3/8/2026</a:t>
            </a:fld>
            <a:endParaRPr lang="en-US" dirty="0"/>
          </a:p>
        </p:txBody>
      </p:sp>
      <p:sp>
        <p:nvSpPr>
          <p:cNvPr id="6" name="Footer Placeholder 5">
            <a:extLst>
              <a:ext uri="{FF2B5EF4-FFF2-40B4-BE49-F238E27FC236}">
                <a16:creationId xmlns:a16="http://schemas.microsoft.com/office/drawing/2014/main" id="{99516590-4901-71B2-0E21-774BDEAD7D32}"/>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263374228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1B3527-9C73-8E44-7416-930F102A158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22E3B4A-1C4D-6D14-00BE-4F286E8E3B0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430EBEA-37C1-CB02-3E0E-A04778C5BAB6}"/>
              </a:ext>
            </a:extLst>
          </p:cNvPr>
          <p:cNvSpPr>
            <a:spLocks noGrp="1"/>
          </p:cNvSpPr>
          <p:nvPr>
            <p:ph type="dt" sz="half" idx="10"/>
          </p:nvPr>
        </p:nvSpPr>
        <p:spPr/>
        <p:txBody>
          <a:bodyPr/>
          <a:lstStyle/>
          <a:p>
            <a:fld id="{349AEEE3-55E4-E540-917E-4045A83131DD}" type="datetimeFigureOut">
              <a:rPr lang="en-US" smtClean="0"/>
              <a:t>3/8/2026</a:t>
            </a:fld>
            <a:endParaRPr lang="en-US" dirty="0"/>
          </a:p>
        </p:txBody>
      </p:sp>
      <p:sp>
        <p:nvSpPr>
          <p:cNvPr id="5" name="Footer Placeholder 4">
            <a:extLst>
              <a:ext uri="{FF2B5EF4-FFF2-40B4-BE49-F238E27FC236}">
                <a16:creationId xmlns:a16="http://schemas.microsoft.com/office/drawing/2014/main" id="{10F0942E-D0E9-70F4-A8A0-A72264F615EC}"/>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371708315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42CB505-12D9-0A3C-7DA7-DD7D57F7702B}"/>
              </a:ext>
            </a:extLst>
          </p:cNvPr>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A51F388-A3F9-6AB6-79A9-FF78AF488D3D}"/>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A1B9B0-A8E0-8E33-992C-94059DA08FF1}"/>
              </a:ext>
            </a:extLst>
          </p:cNvPr>
          <p:cNvSpPr>
            <a:spLocks noGrp="1"/>
          </p:cNvSpPr>
          <p:nvPr>
            <p:ph type="dt" sz="half" idx="10"/>
          </p:nvPr>
        </p:nvSpPr>
        <p:spPr/>
        <p:txBody>
          <a:bodyPr/>
          <a:lstStyle/>
          <a:p>
            <a:fld id="{349AEEE3-55E4-E540-917E-4045A83131DD}" type="datetimeFigureOut">
              <a:rPr lang="en-US" smtClean="0"/>
              <a:t>3/8/2026</a:t>
            </a:fld>
            <a:endParaRPr lang="en-US" dirty="0"/>
          </a:p>
        </p:txBody>
      </p:sp>
      <p:sp>
        <p:nvSpPr>
          <p:cNvPr id="5" name="Footer Placeholder 4">
            <a:extLst>
              <a:ext uri="{FF2B5EF4-FFF2-40B4-BE49-F238E27FC236}">
                <a16:creationId xmlns:a16="http://schemas.microsoft.com/office/drawing/2014/main" id="{366C6898-6FB5-5C09-0A7E-0C493C4A87FE}"/>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29072796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标题占位符 21"/>
          <p:cNvSpPr>
            <a:spLocks noGrp="1"/>
          </p:cNvSpPr>
          <p:nvPr>
            <p:ph type="title"/>
          </p:nvPr>
        </p:nvSpPr>
        <p:spPr>
          <a:xfrm>
            <a:off x="609600" y="228600"/>
            <a:ext cx="8153400" cy="990600"/>
          </a:xfrm>
          <a:prstGeom prst="rect">
            <a:avLst/>
          </a:prstGeom>
        </p:spPr>
        <p:txBody>
          <a:bodyPr vert="horz" anchor="ctr">
            <a:normAutofit/>
          </a:bodyPr>
          <a:lstStyle/>
          <a:p>
            <a:r>
              <a:rPr kumimoji="0" lang="zh-CN" altLang="en-US" dirty="0"/>
              <a:t>单击此处编辑母版标题样式</a:t>
            </a:r>
            <a:endParaRPr kumimoji="0" lang="en-US" dirty="0"/>
          </a:p>
        </p:txBody>
      </p:sp>
      <p:sp>
        <p:nvSpPr>
          <p:cNvPr id="13" name="文本占位符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zh-CN" altLang="en-US" dirty="0"/>
              <a:t>单击此处编辑母版文本样式</a:t>
            </a:r>
          </a:p>
          <a:p>
            <a:pPr lvl="1" eaLnBrk="1" latinLnBrk="0" hangingPunct="1"/>
            <a:r>
              <a:rPr kumimoji="0" lang="zh-CN" altLang="en-US" dirty="0"/>
              <a:t>第二级</a:t>
            </a:r>
          </a:p>
          <a:p>
            <a:pPr lvl="2" eaLnBrk="1" latinLnBrk="0" hangingPunct="1"/>
            <a:r>
              <a:rPr kumimoji="0" lang="zh-CN" altLang="en-US" dirty="0"/>
              <a:t>第三级</a:t>
            </a:r>
          </a:p>
          <a:p>
            <a:pPr lvl="3" eaLnBrk="1" latinLnBrk="0" hangingPunct="1"/>
            <a:r>
              <a:rPr kumimoji="0" lang="zh-CN" altLang="en-US" dirty="0"/>
              <a:t>第四级</a:t>
            </a:r>
          </a:p>
          <a:p>
            <a:pPr lvl="4" eaLnBrk="1" latinLnBrk="0" hangingPunct="1"/>
            <a:r>
              <a:rPr kumimoji="0" lang="zh-CN" altLang="en-US" dirty="0"/>
              <a:t>第五级</a:t>
            </a:r>
            <a:endParaRPr kumimoji="0" lang="en-US" dirty="0"/>
          </a:p>
        </p:txBody>
      </p:sp>
      <p:sp>
        <p:nvSpPr>
          <p:cNvPr id="14" name="日期占位符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defRPr>
            </a:lvl1pPr>
          </a:lstStyle>
          <a:p>
            <a:fld id="{397045A6-C381-463D-A4BA-F030581BD3A5}" type="datetime1">
              <a:rPr lang="zh-CN" altLang="en-US" smtClean="0"/>
              <a:t>2026/03/08</a:t>
            </a:fld>
            <a:endParaRPr lang="zh-CN" altLang="en-US"/>
          </a:p>
        </p:txBody>
      </p:sp>
      <p:sp>
        <p:nvSpPr>
          <p:cNvPr id="3" name="页脚占位符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defRPr>
            </a:lvl1pPr>
          </a:lstStyle>
          <a:p>
            <a:endParaRPr lang="zh-CN" altLang="en-US"/>
          </a:p>
        </p:txBody>
      </p:sp>
      <p:sp>
        <p:nvSpPr>
          <p:cNvPr id="7" name="矩形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8" name="矩形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9" name="矩形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灯片编号占位符 22"/>
          <p:cNvSpPr>
            <a:spLocks noGrp="1"/>
          </p:cNvSpPr>
          <p:nvPr>
            <p:ph type="sldNum" sz="quarter" idx="4"/>
          </p:nvPr>
        </p:nvSpPr>
        <p:spPr>
          <a:xfrm>
            <a:off x="0" y="1272222"/>
            <a:ext cx="533400" cy="244476"/>
          </a:xfrm>
          <a:prstGeom prst="rect">
            <a:avLst/>
          </a:prstGeom>
        </p:spPr>
        <p:txBody>
          <a:bodyPr vert="horz" anchor="ctr" anchorCtr="0">
            <a:normAutofit/>
          </a:bodyPr>
          <a:lstStyle>
            <a:lvl1pPr algn="ctr" eaLnBrk="1" latinLnBrk="0" hangingPunct="1">
              <a:defRPr kumimoji="0" sz="1400" b="1">
                <a:solidFill>
                  <a:srgbClr val="FFFFFF"/>
                </a:solidFill>
              </a:defRPr>
            </a:lvl1pPr>
          </a:lstStyle>
          <a:p>
            <a:fld id="{0C913308-F349-4B6D-A68A-DD1791B4A57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877" r:id="rId1"/>
    <p:sldLayoutId id="2147483878" r:id="rId2"/>
    <p:sldLayoutId id="2147483879" r:id="rId3"/>
    <p:sldLayoutId id="2147483880" r:id="rId4"/>
    <p:sldLayoutId id="2147483881" r:id="rId5"/>
    <p:sldLayoutId id="2147483882" r:id="rId6"/>
    <p:sldLayoutId id="2147483883" r:id="rId7"/>
    <p:sldLayoutId id="2147483884" r:id="rId8"/>
    <p:sldLayoutId id="2147483885" r:id="rId9"/>
    <p:sldLayoutId id="2147483886" r:id="rId10"/>
    <p:sldLayoutId id="2147483887" r:id="rId11"/>
  </p:sldLayoutIdLst>
  <p:hf hdr="0" ftr="0" dt="0"/>
  <p:txStyles>
    <p:titleStyle>
      <a:lvl1pPr algn="l" rtl="0" eaLnBrk="1" latinLnBrk="0" hangingPunct="1">
        <a:spcBef>
          <a:spcPct val="0"/>
        </a:spcBef>
        <a:buNone/>
        <a:defRPr kumimoji="0" sz="4400" b="1"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b="1"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b="1"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b="1"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b="1"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b="1"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CB4F55D-EBE1-D1EA-B810-A447897483CC}"/>
              </a:ext>
            </a:extLst>
          </p:cNvPr>
          <p:cNvSpPr>
            <a:spLocks noGrp="1"/>
          </p:cNvSpPr>
          <p:nvPr>
            <p:ph type="title"/>
          </p:nvPr>
        </p:nvSpPr>
        <p:spPr>
          <a:xfrm>
            <a:off x="364482" y="1365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196B3D9-9094-5036-3A11-8F8CBAC82426}"/>
              </a:ext>
            </a:extLst>
          </p:cNvPr>
          <p:cNvSpPr>
            <a:spLocks noGrp="1"/>
          </p:cNvSpPr>
          <p:nvPr>
            <p:ph type="body" idx="1"/>
          </p:nvPr>
        </p:nvSpPr>
        <p:spPr>
          <a:xfrm>
            <a:off x="364482" y="1619625"/>
            <a:ext cx="8150868" cy="4069976"/>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0BC310F-0E2B-DC6C-3F47-15607130F121}"/>
              </a:ext>
            </a:extLst>
          </p:cNvPr>
          <p:cNvSpPr>
            <a:spLocks noGrp="1"/>
          </p:cNvSpPr>
          <p:nvPr>
            <p:ph type="dt" sz="half" idx="2"/>
          </p:nvPr>
        </p:nvSpPr>
        <p:spPr>
          <a:xfrm>
            <a:off x="364482" y="6356351"/>
            <a:ext cx="2057400" cy="365125"/>
          </a:xfrm>
          <a:prstGeom prst="rect">
            <a:avLst/>
          </a:prstGeom>
        </p:spPr>
        <p:txBody>
          <a:bodyPr vert="horz" lIns="91440" tIns="45720" rIns="91440" bIns="45720" rtlCol="0" anchor="ctr"/>
          <a:lstStyle>
            <a:lvl1pPr algn="l">
              <a:defRPr sz="900">
                <a:solidFill>
                  <a:schemeClr val="tx1">
                    <a:tint val="82000"/>
                  </a:schemeClr>
                </a:solidFill>
              </a:defRPr>
            </a:lvl1pPr>
          </a:lstStyle>
          <a:p>
            <a:fld id="{349AEEE3-55E4-E540-917E-4045A83131DD}" type="datetimeFigureOut">
              <a:rPr lang="en-US" smtClean="0"/>
              <a:t>3/8/2026</a:t>
            </a:fld>
            <a:endParaRPr lang="en-US" dirty="0"/>
          </a:p>
        </p:txBody>
      </p:sp>
      <p:sp>
        <p:nvSpPr>
          <p:cNvPr id="5" name="Footer Placeholder 4">
            <a:extLst>
              <a:ext uri="{FF2B5EF4-FFF2-40B4-BE49-F238E27FC236}">
                <a16:creationId xmlns:a16="http://schemas.microsoft.com/office/drawing/2014/main" id="{6F324943-18B3-1648-247B-4434148D20DD}"/>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dirty="0"/>
          </a:p>
        </p:txBody>
      </p:sp>
    </p:spTree>
    <p:extLst>
      <p:ext uri="{BB962C8B-B14F-4D97-AF65-F5344CB8AC3E}">
        <p14:creationId xmlns:p14="http://schemas.microsoft.com/office/powerpoint/2010/main" val="3997959446"/>
      </p:ext>
    </p:extLst>
  </p:cSld>
  <p:clrMap bg1="lt1" tx1="dk1" bg2="lt2" tx2="dk2" accent1="accent1" accent2="accent2" accent3="accent3" accent4="accent4" accent5="accent5" accent6="accent6" hlink="hlink" folHlink="folHlink"/>
  <p:sldLayoutIdLst>
    <p:sldLayoutId id="2147483890" r:id="rId1"/>
    <p:sldLayoutId id="2147483891" r:id="rId2"/>
    <p:sldLayoutId id="2147483892" r:id="rId3"/>
    <p:sldLayoutId id="2147483893" r:id="rId4"/>
    <p:sldLayoutId id="2147483894" r:id="rId5"/>
    <p:sldLayoutId id="2147483895" r:id="rId6"/>
    <p:sldLayoutId id="2147483896" r:id="rId7"/>
    <p:sldLayoutId id="2147483897" r:id="rId8"/>
    <p:sldLayoutId id="2147483898" r:id="rId9"/>
    <p:sldLayoutId id="2147483899" r:id="rId10"/>
    <p:sldLayoutId id="2147483900" r:id="rId11"/>
  </p:sldLayoutIdLst>
  <p:txStyles>
    <p:titleStyle>
      <a:lvl1pPr algn="l" defTabSz="685800" rtl="0" eaLnBrk="1" latinLnBrk="0" hangingPunct="1">
        <a:lnSpc>
          <a:spcPct val="90000"/>
        </a:lnSpc>
        <a:spcBef>
          <a:spcPct val="0"/>
        </a:spcBef>
        <a:buNone/>
        <a:defRPr sz="2700" kern="1200">
          <a:solidFill>
            <a:schemeClr val="tx2"/>
          </a:solidFill>
          <a:latin typeface="Tahoma" panose="020B0604030504040204" pitchFamily="34" charset="0"/>
          <a:ea typeface="Tahoma" panose="020B0604030504040204" pitchFamily="34" charset="0"/>
          <a:cs typeface="Tahoma" panose="020B0604030504040204" pitchFamily="34" charset="0"/>
        </a:defRPr>
      </a:lvl1pPr>
    </p:titleStyle>
    <p:bodyStyle>
      <a:lvl1pPr marL="171450" indent="-171450" algn="l" defTabSz="685800" rtl="0" eaLnBrk="1" latinLnBrk="0" hangingPunct="1">
        <a:lnSpc>
          <a:spcPct val="90000"/>
        </a:lnSpc>
        <a:spcBef>
          <a:spcPts val="750"/>
        </a:spcBef>
        <a:buClr>
          <a:schemeClr val="tx2"/>
        </a:buClr>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Clr>
          <a:schemeClr val="tx2"/>
        </a:buClr>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Clr>
          <a:schemeClr val="tx2"/>
        </a:buClr>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Clr>
          <a:schemeClr val="tx2"/>
        </a:buClr>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Clr>
          <a:schemeClr val="tx2"/>
        </a:buClr>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15.png"/><Relationship Id="rId5" Type="http://schemas.openxmlformats.org/officeDocument/2006/relationships/image" Target="../media/image1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png"/><Relationship Id="rId3" Type="http://schemas.openxmlformats.org/officeDocument/2006/relationships/image" Target="../media/image2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 Id="rId3" Type="http://schemas.openxmlformats.org/officeDocument/2006/relationships/image" Target="../media/image21.png"/><Relationship Id="rId4" Type="http://schemas.openxmlformats.org/officeDocument/2006/relationships/image" Target="../media/image2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 Id="rId3" Type="http://schemas.openxmlformats.org/officeDocument/2006/relationships/image" Target="../media/image23.png"/><Relationship Id="rId4" Type="http://schemas.openxmlformats.org/officeDocument/2006/relationships/image" Target="../media/image2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png"/><Relationship Id="rId3" Type="http://schemas.openxmlformats.org/officeDocument/2006/relationships/image" Target="../media/image25.png"/><Relationship Id="rId4" Type="http://schemas.openxmlformats.org/officeDocument/2006/relationships/image" Target="../media/image2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png"/><Relationship Id="rId3" Type="http://schemas.openxmlformats.org/officeDocument/2006/relationships/image" Target="../media/image27.png"/><Relationship Id="rId4" Type="http://schemas.openxmlformats.org/officeDocument/2006/relationships/image" Target="../media/image28.png"/><Relationship Id="rId5" Type="http://schemas.openxmlformats.org/officeDocument/2006/relationships/image" Target="../media/image29.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A021393E-D976-8D6F-6183-FF7212E49D72}"/>
            </a:ext>
          </a:extLst>
        </p:cNvPr>
        <p:cNvGrpSpPr/>
        <p:nvPr/>
      </p:nvGrpSpPr>
      <p:grpSpPr>
        <a:xfrm>
          <a:off x="0" y="0"/>
          <a:ext cx="0" cy="0"/>
          <a:chOff x="0" y="0"/>
          <a:chExt cx="0" cy="0"/>
        </a:xfrm>
      </p:grpSpPr>
      <p:pic>
        <p:nvPicPr>
          <p:cNvPr id="5" name="图片 4">
            <a:extLst>
              <a:ext uri="{FF2B5EF4-FFF2-40B4-BE49-F238E27FC236}">
                <a16:creationId xmlns:a16="http://schemas.microsoft.com/office/drawing/2014/main" id="{4257DD2E-0A1A-5F09-B7A2-2C7B0A50046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64169" y="787426"/>
            <a:ext cx="4106527" cy="4369766"/>
          </a:xfrm>
          <a:prstGeom prst="rect">
            <a:avLst/>
          </a:prstGeom>
        </p:spPr>
      </p:pic>
      <p:sp>
        <p:nvSpPr>
          <p:cNvPr id="10" name="TextBox 9">
            <a:extLst>
              <a:ext uri="{FF2B5EF4-FFF2-40B4-BE49-F238E27FC236}">
                <a16:creationId xmlns:a16="http://schemas.microsoft.com/office/drawing/2014/main" id="{5C775AB4-34B4-0C00-7D14-5E794C3251B8}"/>
              </a:ext>
            </a:extLst>
          </p:cNvPr>
          <p:cNvSpPr txBox="1"/>
          <p:nvPr/>
        </p:nvSpPr>
        <p:spPr>
          <a:xfrm>
            <a:off x="655538" y="2855769"/>
            <a:ext cx="3475590" cy="1592744"/>
          </a:xfrm>
          <a:prstGeom prst="rect">
            <a:avLst/>
          </a:prstGeom>
          <a:noFill/>
        </p:spPr>
        <p:txBody>
          <a:bodyPr wrap="square" lIns="68580" tIns="34290" rIns="68580" bIns="34290" rtlCol="0" anchor="t">
            <a:spAutoFit/>
          </a:bodyPr>
          <a:lstStyle/>
          <a:p>
            <a:pPr defTabSz="685800"/>
            <a:endParaRPr lang="en-US" sz="3300" b="1" dirty="0">
              <a:solidFill>
                <a:srgbClr val="FFFFFF"/>
              </a:solidFill>
              <a:latin typeface="Tahoma"/>
              <a:ea typeface="Tahoma"/>
              <a:cs typeface="Tahoma"/>
            </a:endParaRPr>
          </a:p>
          <a:p>
            <a:pPr defTabSz="685800"/>
            <a:r>
              <a:rPr lang="zh-CN" altLang="en-US" sz="3300" b="1" dirty="0">
                <a:solidFill>
                  <a:srgbClr val="FFFFFF"/>
                </a:solidFill>
                <a:latin typeface="Tahoma"/>
                <a:ea typeface="Tahoma"/>
                <a:cs typeface="Tahoma"/>
              </a:rPr>
              <a:t>实验一</a:t>
            </a:r>
            <a:endParaRPr lang="en-US" sz="3300" b="1" dirty="0">
              <a:solidFill>
                <a:srgbClr val="FFFFFF"/>
              </a:solidFill>
              <a:latin typeface="Tahoma"/>
              <a:ea typeface="Tahoma"/>
              <a:cs typeface="Tahoma"/>
            </a:endParaRPr>
          </a:p>
          <a:p>
            <a:pPr defTabSz="685800"/>
            <a:r>
              <a:rPr lang="zh-CN" altLang="en-US" sz="3300" b="1" dirty="0">
                <a:solidFill>
                  <a:srgbClr val="FFFFFF"/>
                </a:solidFill>
                <a:latin typeface="Tahoma"/>
                <a:ea typeface="Tahoma"/>
                <a:cs typeface="Tahoma"/>
              </a:rPr>
              <a:t>人脸识别系统</a:t>
            </a:r>
            <a:endParaRPr lang="en-US" altLang="zh-CN" sz="3300" b="1" dirty="0">
              <a:solidFill>
                <a:srgbClr val="FFFFFF"/>
              </a:solidFill>
              <a:latin typeface="Tahoma"/>
              <a:ea typeface="Tahoma"/>
              <a:cs typeface="Tahoma"/>
            </a:endParaRPr>
          </a:p>
        </p:txBody>
      </p:sp>
      <p:sp>
        <p:nvSpPr>
          <p:cNvPr id="12" name="TextBox 11">
            <a:extLst>
              <a:ext uri="{FF2B5EF4-FFF2-40B4-BE49-F238E27FC236}">
                <a16:creationId xmlns:a16="http://schemas.microsoft.com/office/drawing/2014/main" id="{9F0755CC-5279-A85A-0B6D-EC3D3D9580B7}"/>
              </a:ext>
            </a:extLst>
          </p:cNvPr>
          <p:cNvSpPr txBox="1"/>
          <p:nvPr/>
        </p:nvSpPr>
        <p:spPr>
          <a:xfrm>
            <a:off x="655539" y="4494252"/>
            <a:ext cx="3760267" cy="276999"/>
          </a:xfrm>
          <a:prstGeom prst="rect">
            <a:avLst/>
          </a:prstGeom>
          <a:noFill/>
        </p:spPr>
        <p:txBody>
          <a:bodyPr wrap="square" lIns="68580" tIns="34290" rIns="68580" bIns="34290" rtlCol="0" anchor="t">
            <a:spAutoFit/>
          </a:bodyPr>
          <a:lstStyle/>
          <a:p>
            <a:pPr defTabSz="685800"/>
            <a:r>
              <a:rPr lang="zh-CN" altLang="en-US" sz="1350" dirty="0">
                <a:solidFill>
                  <a:srgbClr val="FFFFFF"/>
                </a:solidFill>
                <a:latin typeface="Tahoma"/>
                <a:ea typeface="Tahoma"/>
                <a:cs typeface="Tahoma"/>
              </a:rPr>
              <a:t>机器学习与推荐系统综合设计  孙文翰</a:t>
            </a:r>
            <a:endParaRPr lang="en-US" sz="1350" dirty="0">
              <a:solidFill>
                <a:srgbClr val="FFFFFF"/>
              </a:solidFill>
              <a:latin typeface="Aptos" panose="02110004020202020204"/>
              <a:ea typeface="Calibri"/>
              <a:cs typeface="Calibri"/>
            </a:endParaRPr>
          </a:p>
        </p:txBody>
      </p:sp>
      <p:pic>
        <p:nvPicPr>
          <p:cNvPr id="6" name="图片 5">
            <a:extLst>
              <a:ext uri="{FF2B5EF4-FFF2-40B4-BE49-F238E27FC236}">
                <a16:creationId xmlns:a16="http://schemas.microsoft.com/office/drawing/2014/main" id="{326B5F0A-BC2C-7084-8102-0832FF0DF86A}"/>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a:xfrm>
            <a:off x="655538" y="985019"/>
            <a:ext cx="1268730" cy="1171575"/>
          </a:xfrm>
          <a:prstGeom prst="rect">
            <a:avLst/>
          </a:prstGeom>
          <a:noFill/>
          <a:ln>
            <a:noFill/>
          </a:ln>
        </p:spPr>
      </p:pic>
      <p:sp>
        <p:nvSpPr>
          <p:cNvPr id="13" name="TextBox 12"/>
          <p:cNvSpPr txBox="1"/>
          <p:nvPr/>
        </p:nvSpPr>
        <p:spPr>
          <a:xfrm>
            <a:off x="1097280" y="5120640"/>
            <a:ext cx="5029200" cy="914400"/>
          </a:xfrm>
          <a:prstGeom prst="rect">
            <a:avLst/>
          </a:prstGeom>
          <a:noFill/>
        </p:spPr>
        <p:txBody>
          <a:bodyPr wrap="none">
            <a:spAutoFit/>
          </a:bodyPr>
          <a:lstStyle/>
          <a:p>
            <a:pPr algn="l"/>
            <a:r>
              <a:rPr sz="2200" b="1"/>
              <a:t>学号：2315308113</a:t>
            </a:r>
            <a:br/>
            <a:r>
              <a:t>姓名：徐颖莎</a:t>
            </a:r>
          </a:p>
        </p:txBody>
      </p:sp>
    </p:spTree>
    <p:extLst>
      <p:ext uri="{BB962C8B-B14F-4D97-AF65-F5344CB8AC3E}">
        <p14:creationId xmlns:p14="http://schemas.microsoft.com/office/powerpoint/2010/main" val="20027314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2927DB-1D93-C453-34BB-BB6E96B4C0E9}"/>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2F80967-C6CF-487D-EA20-7AB59BE57BE5}"/>
              </a:ext>
            </a:extLst>
          </p:cNvPr>
          <p:cNvSpPr>
            <a:spLocks noGrp="1"/>
          </p:cNvSpPr>
          <p:nvPr>
            <p:ph type="title"/>
          </p:nvPr>
        </p:nvSpPr>
        <p:spPr/>
        <p:txBody>
          <a:bodyPr/>
          <a:lstStyle/>
          <a:p>
            <a:r>
              <a:rPr lang="zh-CN" altLang="en-US" dirty="0"/>
              <a:t>定场诗</a:t>
            </a:r>
          </a:p>
        </p:txBody>
      </p:sp>
      <p:sp>
        <p:nvSpPr>
          <p:cNvPr id="4" name="灯片编号占位符 3">
            <a:extLst>
              <a:ext uri="{FF2B5EF4-FFF2-40B4-BE49-F238E27FC236}">
                <a16:creationId xmlns:a16="http://schemas.microsoft.com/office/drawing/2014/main" id="{3EAFFC81-433C-23BB-C727-071B189FB31A}"/>
              </a:ext>
            </a:extLst>
          </p:cNvPr>
          <p:cNvSpPr>
            <a:spLocks noGrp="1"/>
          </p:cNvSpPr>
          <p:nvPr>
            <p:ph type="sldNum" sz="quarter" idx="12"/>
          </p:nvPr>
        </p:nvSpPr>
        <p:spPr/>
        <p:txBody>
          <a:bodyPr>
            <a:normAutofit fontScale="85000" lnSpcReduction="20000"/>
          </a:bodyPr>
          <a:lstStyle/>
          <a:p>
            <a:fld id="{0C913308-F349-4B6D-A68A-DD1791B4A57B}" type="slidenum">
              <a:rPr lang="zh-CN" altLang="en-US" smtClean="0"/>
              <a:t>2</a:t>
            </a:fld>
            <a:endParaRPr lang="zh-CN" altLang="en-US" dirty="0"/>
          </a:p>
        </p:txBody>
      </p:sp>
      <p:pic>
        <p:nvPicPr>
          <p:cNvPr id="10" name="图片 9">
            <a:extLst>
              <a:ext uri="{FF2B5EF4-FFF2-40B4-BE49-F238E27FC236}">
                <a16:creationId xmlns:a16="http://schemas.microsoft.com/office/drawing/2014/main" id="{221B3DFD-F831-20FF-BA62-A8D05FC36AD8}"/>
              </a:ext>
            </a:extLst>
          </p:cNvPr>
          <p:cNvPicPr>
            <a:picLocks noChangeAspect="1"/>
          </p:cNvPicPr>
          <p:nvPr/>
        </p:nvPicPr>
        <p:blipFill>
          <a:blip r:embed="rId2"/>
          <a:stretch>
            <a:fillRect/>
          </a:stretch>
        </p:blipFill>
        <p:spPr>
          <a:xfrm>
            <a:off x="2303748" y="1916832"/>
            <a:ext cx="4536504" cy="4440746"/>
          </a:xfrm>
          <a:prstGeom prst="rect">
            <a:avLst/>
          </a:prstGeom>
        </p:spPr>
      </p:pic>
      <p:sp>
        <p:nvSpPr>
          <p:cNvPr id="11" name="TextBox 10"/>
          <p:cNvSpPr txBox="1"/>
          <p:nvPr/>
        </p:nvSpPr>
        <p:spPr>
          <a:xfrm>
            <a:off x="1097280" y="1645920"/>
            <a:ext cx="9601200" cy="2926080"/>
          </a:xfrm>
          <a:prstGeom prst="rect">
            <a:avLst/>
          </a:prstGeom>
          <a:noFill/>
        </p:spPr>
        <p:txBody>
          <a:bodyPr wrap="none">
            <a:spAutoFit/>
          </a:bodyPr>
          <a:lstStyle/>
          <a:p>
            <a:pPr algn="l"/>
            <a:r>
              <a:rPr sz="2200" b="0"/>
              <a:t>实验流程：</a:t>
            </a:r>
            <a:br/>
            <a:r>
              <a:t>1. 读取 CASIA-FaceV5 数据集</a:t>
            </a:r>
            <a:br/>
            <a:r>
              <a:t>2. PCA 降维</a:t>
            </a:r>
            <a:br/>
            <a:r>
              <a:t>3. DBSCAN 去噪</a:t>
            </a:r>
            <a:br/>
            <a:r>
              <a:t>4. 训练朴素贝叶斯、SVM、随机森林、CNN</a:t>
            </a:r>
            <a:br/>
            <a:r>
              <a:t>5. 对比四种模型效果</a:t>
            </a:r>
          </a:p>
        </p:txBody>
      </p:sp>
    </p:spTree>
    <p:extLst>
      <p:ext uri="{BB962C8B-B14F-4D97-AF65-F5344CB8AC3E}">
        <p14:creationId xmlns:p14="http://schemas.microsoft.com/office/powerpoint/2010/main" val="1648662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A2DB25-B92E-194A-9A23-ECFF73BCFF9A}"/>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BC3413B4-D617-EC9A-036D-8D90366EA53A}"/>
              </a:ext>
            </a:extLst>
          </p:cNvPr>
          <p:cNvSpPr>
            <a:spLocks noGrp="1"/>
          </p:cNvSpPr>
          <p:nvPr>
            <p:ph type="title"/>
          </p:nvPr>
        </p:nvSpPr>
        <p:spPr/>
        <p:txBody>
          <a:bodyPr/>
          <a:lstStyle/>
          <a:p>
            <a:r>
              <a:rPr lang="zh-CN" altLang="en-US" dirty="0"/>
              <a:t>简介</a:t>
            </a:r>
          </a:p>
        </p:txBody>
      </p:sp>
      <p:sp>
        <p:nvSpPr>
          <p:cNvPr id="3" name="内容占位符 2">
            <a:extLst>
              <a:ext uri="{FF2B5EF4-FFF2-40B4-BE49-F238E27FC236}">
                <a16:creationId xmlns:a16="http://schemas.microsoft.com/office/drawing/2014/main" id="{4C43BEA6-7023-C2FE-0F7C-DDFD6F86D937}"/>
              </a:ext>
            </a:extLst>
          </p:cNvPr>
          <p:cNvSpPr>
            <a:spLocks noGrp="1"/>
          </p:cNvSpPr>
          <p:nvPr>
            <p:ph sz="quarter" idx="1"/>
          </p:nvPr>
        </p:nvSpPr>
        <p:spPr>
          <a:xfrm>
            <a:off x="612648" y="1600200"/>
            <a:ext cx="8153400" cy="5257800"/>
          </a:xfrm>
        </p:spPr>
        <p:txBody>
          <a:bodyPr>
            <a:normAutofit/>
          </a:bodyPr>
          <a:lstStyle/>
          <a:p>
            <a:pPr>
              <a:spcAft>
                <a:spcPts val="1200"/>
              </a:spcAft>
            </a:pPr>
            <a:r>
              <a:rPr lang="zh-CN" altLang="en-US" b="0" dirty="0"/>
              <a:t>人脸识别是计算机视觉领域的核心研究方向之一，在身份验证、安防监控、智能门禁等场景中具有广泛的应用价值。本实验系统性地探索从数据预处理到模型评估的完整人脸识别流程，旨在帮助理解不同机器学习与深度学习方法在小样本人脸分类任务中的表现差异。</a:t>
            </a:r>
            <a:endParaRPr lang="en-US" altLang="zh-CN" b="0" dirty="0"/>
          </a:p>
        </p:txBody>
      </p:sp>
      <p:sp>
        <p:nvSpPr>
          <p:cNvPr id="4" name="灯片编号占位符 3">
            <a:extLst>
              <a:ext uri="{FF2B5EF4-FFF2-40B4-BE49-F238E27FC236}">
                <a16:creationId xmlns:a16="http://schemas.microsoft.com/office/drawing/2014/main" id="{858D9933-4E1A-6BEB-2733-B08AC6E4C4B9}"/>
              </a:ext>
            </a:extLst>
          </p:cNvPr>
          <p:cNvSpPr>
            <a:spLocks noGrp="1"/>
          </p:cNvSpPr>
          <p:nvPr>
            <p:ph type="sldNum" sz="quarter" idx="12"/>
          </p:nvPr>
        </p:nvSpPr>
        <p:spPr/>
        <p:txBody>
          <a:bodyPr>
            <a:normAutofit fontScale="85000" lnSpcReduction="20000"/>
          </a:bodyPr>
          <a:lstStyle/>
          <a:p>
            <a:fld id="{0C913308-F349-4B6D-A68A-DD1791B4A57B}" type="slidenum">
              <a:rPr lang="zh-CN" altLang="en-US" smtClean="0"/>
              <a:t>3</a:t>
            </a:fld>
            <a:endParaRPr lang="zh-CN" altLang="en-US" dirty="0"/>
          </a:p>
        </p:txBody>
      </p:sp>
    </p:spTree>
    <p:extLst>
      <p:ext uri="{BB962C8B-B14F-4D97-AF65-F5344CB8AC3E}">
        <p14:creationId xmlns:p14="http://schemas.microsoft.com/office/powerpoint/2010/main" val="42821529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0457D8-AB59-D92D-CEA9-B7C607568AB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06889059-09AD-A934-F8A7-D68B67D76DD9}"/>
              </a:ext>
            </a:extLst>
          </p:cNvPr>
          <p:cNvSpPr>
            <a:spLocks noGrp="1"/>
          </p:cNvSpPr>
          <p:nvPr>
            <p:ph type="title"/>
          </p:nvPr>
        </p:nvSpPr>
        <p:spPr/>
        <p:txBody>
          <a:bodyPr/>
          <a:lstStyle/>
          <a:p>
            <a:r>
              <a:rPr lang="zh-CN" altLang="en-US" dirty="0"/>
              <a:t>实验报告</a:t>
            </a:r>
          </a:p>
        </p:txBody>
      </p:sp>
      <p:sp>
        <p:nvSpPr>
          <p:cNvPr id="4" name="灯片编号占位符 3">
            <a:extLst>
              <a:ext uri="{FF2B5EF4-FFF2-40B4-BE49-F238E27FC236}">
                <a16:creationId xmlns:a16="http://schemas.microsoft.com/office/drawing/2014/main" id="{875487F3-FEB2-FF79-623C-92D978A6DEB1}"/>
              </a:ext>
            </a:extLst>
          </p:cNvPr>
          <p:cNvSpPr>
            <a:spLocks noGrp="1"/>
          </p:cNvSpPr>
          <p:nvPr>
            <p:ph type="sldNum" sz="quarter" idx="12"/>
          </p:nvPr>
        </p:nvSpPr>
        <p:spPr/>
        <p:txBody>
          <a:bodyPr>
            <a:normAutofit fontScale="85000" lnSpcReduction="20000"/>
          </a:bodyPr>
          <a:lstStyle/>
          <a:p>
            <a:fld id="{0C913308-F349-4B6D-A68A-DD1791B4A57B}" type="slidenum">
              <a:rPr lang="zh-CN" altLang="en-US" smtClean="0"/>
              <a:t>4</a:t>
            </a:fld>
            <a:endParaRPr lang="zh-CN" altLang="en-US" dirty="0"/>
          </a:p>
        </p:txBody>
      </p:sp>
      <p:pic>
        <p:nvPicPr>
          <p:cNvPr id="8" name="图片 7">
            <a:extLst>
              <a:ext uri="{FF2B5EF4-FFF2-40B4-BE49-F238E27FC236}">
                <a16:creationId xmlns:a16="http://schemas.microsoft.com/office/drawing/2014/main" id="{AC4AD82A-F0F3-792B-D054-76723250B855}"/>
              </a:ext>
            </a:extLst>
          </p:cNvPr>
          <p:cNvPicPr>
            <a:picLocks noChangeAspect="1"/>
          </p:cNvPicPr>
          <p:nvPr/>
        </p:nvPicPr>
        <p:blipFill>
          <a:blip r:embed="rId2"/>
          <a:stretch>
            <a:fillRect/>
          </a:stretch>
        </p:blipFill>
        <p:spPr>
          <a:xfrm>
            <a:off x="612648" y="2924944"/>
            <a:ext cx="2857500" cy="2095500"/>
          </a:xfrm>
          <a:prstGeom prst="rect">
            <a:avLst/>
          </a:prstGeom>
        </p:spPr>
      </p:pic>
      <p:pic>
        <p:nvPicPr>
          <p:cNvPr id="10" name="图片 9">
            <a:extLst>
              <a:ext uri="{FF2B5EF4-FFF2-40B4-BE49-F238E27FC236}">
                <a16:creationId xmlns:a16="http://schemas.microsoft.com/office/drawing/2014/main" id="{12542674-2472-5DA9-63D3-20758BFD2A9F}"/>
              </a:ext>
            </a:extLst>
          </p:cNvPr>
          <p:cNvPicPr>
            <a:picLocks noChangeAspect="1"/>
          </p:cNvPicPr>
          <p:nvPr/>
        </p:nvPicPr>
        <p:blipFill>
          <a:blip r:embed="rId3"/>
          <a:stretch>
            <a:fillRect/>
          </a:stretch>
        </p:blipFill>
        <p:spPr>
          <a:xfrm>
            <a:off x="3595883" y="2924944"/>
            <a:ext cx="5170165" cy="2098780"/>
          </a:xfrm>
          <a:prstGeom prst="rect">
            <a:avLst/>
          </a:prstGeom>
        </p:spPr>
      </p:pic>
      <p:sp>
        <p:nvSpPr>
          <p:cNvPr id="11" name="TextBox 10"/>
          <p:cNvSpPr txBox="1"/>
          <p:nvPr/>
        </p:nvSpPr>
        <p:spPr>
          <a:xfrm>
            <a:off x="731520" y="1371600"/>
            <a:ext cx="3840480" cy="1828800"/>
          </a:xfrm>
          <a:prstGeom prst="rect">
            <a:avLst/>
          </a:prstGeom>
          <a:noFill/>
        </p:spPr>
        <p:txBody>
          <a:bodyPr wrap="none">
            <a:spAutoFit/>
          </a:bodyPr>
          <a:lstStyle/>
          <a:p>
            <a:pPr algn="l"/>
            <a:r>
              <a:rPr sz="2000" b="1"/>
              <a:t>实验信息</a:t>
            </a:r>
            <a:br/>
            <a:r>
              <a:t>姓名：徐颖莎</a:t>
            </a:r>
            <a:br/>
            <a:r>
              <a:t>学号：2315308113</a:t>
            </a:r>
            <a:br/>
            <a:r>
              <a:t>数据集：CASIA-FaceV5</a:t>
            </a:r>
            <a:br/>
            <a:r>
              <a:t>最佳模型：SVM</a:t>
            </a:r>
          </a:p>
        </p:txBody>
      </p:sp>
      <p:pic>
        <p:nvPicPr>
          <p:cNvPr id="12" name="Picture 11" descr="metrics_table.png"/>
          <p:cNvPicPr>
            <a:picLocks noChangeAspect="1"/>
          </p:cNvPicPr>
          <p:nvPr/>
        </p:nvPicPr>
        <p:blipFill>
          <a:blip r:embed="rId4"/>
          <a:stretch>
            <a:fillRect/>
          </a:stretch>
        </p:blipFill>
        <p:spPr>
          <a:xfrm>
            <a:off x="4754880" y="1188720"/>
            <a:ext cx="6035040" cy="1938859"/>
          </a:xfrm>
          <a:prstGeom prst="rect">
            <a:avLst/>
          </a:prstGeom>
        </p:spPr>
      </p:pic>
      <p:pic>
        <p:nvPicPr>
          <p:cNvPr id="13" name="Picture 12" descr="metrics_bar.png"/>
          <p:cNvPicPr>
            <a:picLocks noChangeAspect="1"/>
          </p:cNvPicPr>
          <p:nvPr/>
        </p:nvPicPr>
        <p:blipFill>
          <a:blip r:embed="rId5"/>
          <a:stretch>
            <a:fillRect/>
          </a:stretch>
        </p:blipFill>
        <p:spPr>
          <a:xfrm>
            <a:off x="914400" y="3383280"/>
            <a:ext cx="9784080" cy="5356894"/>
          </a:xfrm>
          <a:prstGeom prst="rect">
            <a:avLst/>
          </a:prstGeom>
        </p:spPr>
      </p:pic>
    </p:spTree>
    <p:extLst>
      <p:ext uri="{BB962C8B-B14F-4D97-AF65-F5344CB8AC3E}">
        <p14:creationId xmlns:p14="http://schemas.microsoft.com/office/powerpoint/2010/main" val="4725415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0BC111-46A4-FCC6-D02C-3E98B4476130}"/>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7FF3BEB9-9E3A-CF27-320E-945EB2A53B07}"/>
              </a:ext>
            </a:extLst>
          </p:cNvPr>
          <p:cNvSpPr>
            <a:spLocks noGrp="1"/>
          </p:cNvSpPr>
          <p:nvPr>
            <p:ph type="title"/>
          </p:nvPr>
        </p:nvSpPr>
        <p:spPr/>
        <p:txBody>
          <a:bodyPr/>
          <a:lstStyle/>
          <a:p>
            <a:r>
              <a:rPr lang="zh-CN" altLang="en-US" dirty="0"/>
              <a:t>数据集</a:t>
            </a:r>
          </a:p>
        </p:txBody>
      </p:sp>
      <p:sp>
        <p:nvSpPr>
          <p:cNvPr id="3" name="内容占位符 2">
            <a:extLst>
              <a:ext uri="{FF2B5EF4-FFF2-40B4-BE49-F238E27FC236}">
                <a16:creationId xmlns:a16="http://schemas.microsoft.com/office/drawing/2014/main" id="{C300FECB-F479-B481-3F9A-83C9100E694E}"/>
              </a:ext>
            </a:extLst>
          </p:cNvPr>
          <p:cNvSpPr>
            <a:spLocks noGrp="1"/>
          </p:cNvSpPr>
          <p:nvPr>
            <p:ph sz="quarter" idx="1"/>
          </p:nvPr>
        </p:nvSpPr>
        <p:spPr>
          <a:xfrm>
            <a:off x="612648" y="1600200"/>
            <a:ext cx="8153400" cy="5257800"/>
          </a:xfrm>
        </p:spPr>
        <p:txBody>
          <a:bodyPr>
            <a:normAutofit/>
          </a:bodyPr>
          <a:lstStyle/>
          <a:p>
            <a:pPr>
              <a:spcAft>
                <a:spcPts val="1200"/>
              </a:spcAft>
            </a:pPr>
            <a:r>
              <a:rPr lang="en-US" altLang="zh-CN" b="0" dirty="0"/>
              <a:t>CASIA-FaceV5</a:t>
            </a:r>
            <a:r>
              <a:rPr lang="zh-CN" altLang="en-US" b="0" dirty="0"/>
              <a:t>数据集</a:t>
            </a:r>
            <a:endParaRPr lang="en-US" altLang="zh-CN" b="0" dirty="0"/>
          </a:p>
          <a:p>
            <a:pPr lvl="1">
              <a:spcAft>
                <a:spcPts val="1200"/>
              </a:spcAft>
            </a:pPr>
            <a:r>
              <a:rPr lang="zh-CN" altLang="en-US" b="0" dirty="0"/>
              <a:t>由中国科学院自动化研究所发布</a:t>
            </a:r>
            <a:endParaRPr lang="en-US" altLang="zh-CN" b="0" dirty="0"/>
          </a:p>
          <a:p>
            <a:pPr lvl="1">
              <a:spcAft>
                <a:spcPts val="1200"/>
              </a:spcAft>
            </a:pPr>
            <a:r>
              <a:rPr lang="en-US" altLang="zh-CN" b="0" dirty="0"/>
              <a:t>500</a:t>
            </a:r>
            <a:r>
              <a:rPr lang="zh-CN" altLang="en-US" b="0" dirty="0"/>
              <a:t>名受试者共</a:t>
            </a:r>
            <a:r>
              <a:rPr lang="en-US" altLang="zh-CN" b="0" dirty="0"/>
              <a:t>2500</a:t>
            </a:r>
            <a:r>
              <a:rPr lang="zh-CN" altLang="en-US" b="0" dirty="0"/>
              <a:t>张人脸图像，每人</a:t>
            </a:r>
            <a:r>
              <a:rPr lang="en-US" altLang="zh-CN" b="0" dirty="0"/>
              <a:t>5</a:t>
            </a:r>
            <a:r>
              <a:rPr lang="zh-CN" altLang="en-US" b="0" dirty="0"/>
              <a:t>张</a:t>
            </a:r>
            <a:endParaRPr lang="en-US" altLang="zh-CN" b="0" dirty="0"/>
          </a:p>
          <a:p>
            <a:pPr lvl="1">
              <a:spcAft>
                <a:spcPts val="1200"/>
              </a:spcAft>
            </a:pPr>
            <a:r>
              <a:rPr lang="zh-CN" altLang="en-US" b="0" dirty="0"/>
              <a:t>所有图像已预处理为</a:t>
            </a:r>
            <a:r>
              <a:rPr lang="en-US" altLang="zh-CN" b="0" dirty="0"/>
              <a:t>128×128</a:t>
            </a:r>
            <a:r>
              <a:rPr lang="zh-CN" altLang="en-US" b="0" dirty="0"/>
              <a:t>像素的灰度图</a:t>
            </a:r>
            <a:endParaRPr lang="en-US" altLang="zh-CN" b="0" dirty="0"/>
          </a:p>
        </p:txBody>
      </p:sp>
      <p:sp>
        <p:nvSpPr>
          <p:cNvPr id="4" name="灯片编号占位符 3">
            <a:extLst>
              <a:ext uri="{FF2B5EF4-FFF2-40B4-BE49-F238E27FC236}">
                <a16:creationId xmlns:a16="http://schemas.microsoft.com/office/drawing/2014/main" id="{5AD6AB8F-9629-5C15-9C85-017C579F1CE6}"/>
              </a:ext>
            </a:extLst>
          </p:cNvPr>
          <p:cNvSpPr>
            <a:spLocks noGrp="1"/>
          </p:cNvSpPr>
          <p:nvPr>
            <p:ph type="sldNum" sz="quarter" idx="12"/>
          </p:nvPr>
        </p:nvSpPr>
        <p:spPr/>
        <p:txBody>
          <a:bodyPr>
            <a:normAutofit fontScale="85000" lnSpcReduction="20000"/>
          </a:bodyPr>
          <a:lstStyle/>
          <a:p>
            <a:fld id="{0C913308-F349-4B6D-A68A-DD1791B4A57B}" type="slidenum">
              <a:rPr lang="zh-CN" altLang="en-US" smtClean="0"/>
              <a:t>5</a:t>
            </a:fld>
            <a:endParaRPr lang="zh-CN" altLang="en-US" dirty="0"/>
          </a:p>
        </p:txBody>
      </p:sp>
      <p:pic>
        <p:nvPicPr>
          <p:cNvPr id="5" name="Picture 4" descr="dataset_samples.png"/>
          <p:cNvPicPr>
            <a:picLocks noChangeAspect="1"/>
          </p:cNvPicPr>
          <p:nvPr/>
        </p:nvPicPr>
        <p:blipFill>
          <a:blip r:embed="rId2"/>
          <a:stretch>
            <a:fillRect/>
          </a:stretch>
        </p:blipFill>
        <p:spPr>
          <a:xfrm>
            <a:off x="640080" y="1371600"/>
            <a:ext cx="6400800" cy="1399806"/>
          </a:xfrm>
          <a:prstGeom prst="rect">
            <a:avLst/>
          </a:prstGeom>
        </p:spPr>
      </p:pic>
      <p:sp>
        <p:nvSpPr>
          <p:cNvPr id="6" name="TextBox 5"/>
          <p:cNvSpPr txBox="1"/>
          <p:nvPr/>
        </p:nvSpPr>
        <p:spPr>
          <a:xfrm>
            <a:off x="7315200" y="1554480"/>
            <a:ext cx="3840480" cy="2286000"/>
          </a:xfrm>
          <a:prstGeom prst="rect">
            <a:avLst/>
          </a:prstGeom>
          <a:noFill/>
        </p:spPr>
        <p:txBody>
          <a:bodyPr wrap="none">
            <a:spAutoFit/>
          </a:bodyPr>
          <a:lstStyle/>
          <a:p>
            <a:pPr algn="l"/>
            <a:r>
              <a:rPr sz="2000" b="0"/>
              <a:t>数据集统计：</a:t>
            </a:r>
            <a:br/>
            <a:r>
              <a:t>- 500 名受试者</a:t>
            </a:r>
            <a:br/>
            <a:r>
              <a:t>- 2500 张灰度图像</a:t>
            </a:r>
            <a:br/>
            <a:r>
              <a:t>- 每人 5 张</a:t>
            </a:r>
            <a:br/>
            <a:r>
              <a:t>- 图像大小 128×128</a:t>
            </a:r>
          </a:p>
        </p:txBody>
      </p:sp>
    </p:spTree>
    <p:extLst>
      <p:ext uri="{BB962C8B-B14F-4D97-AF65-F5344CB8AC3E}">
        <p14:creationId xmlns:p14="http://schemas.microsoft.com/office/powerpoint/2010/main" val="2082307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206311-814B-EC84-3429-CC6F76F7098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2E10DDFE-AC12-98AF-9E8A-AB80A990A092}"/>
              </a:ext>
            </a:extLst>
          </p:cNvPr>
          <p:cNvSpPr>
            <a:spLocks noGrp="1"/>
          </p:cNvSpPr>
          <p:nvPr>
            <p:ph type="title"/>
          </p:nvPr>
        </p:nvSpPr>
        <p:spPr/>
        <p:txBody>
          <a:bodyPr/>
          <a:lstStyle/>
          <a:p>
            <a:r>
              <a:rPr lang="zh-CN" altLang="en-US" dirty="0"/>
              <a:t>数据集</a:t>
            </a:r>
          </a:p>
        </p:txBody>
      </p:sp>
      <p:sp>
        <p:nvSpPr>
          <p:cNvPr id="3" name="内容占位符 2">
            <a:extLst>
              <a:ext uri="{FF2B5EF4-FFF2-40B4-BE49-F238E27FC236}">
                <a16:creationId xmlns:a16="http://schemas.microsoft.com/office/drawing/2014/main" id="{A164276B-F554-1DD7-75EB-45F99CD9BA76}"/>
              </a:ext>
            </a:extLst>
          </p:cNvPr>
          <p:cNvSpPr>
            <a:spLocks noGrp="1"/>
          </p:cNvSpPr>
          <p:nvPr>
            <p:ph sz="quarter" idx="1"/>
          </p:nvPr>
        </p:nvSpPr>
        <p:spPr>
          <a:xfrm>
            <a:off x="612648" y="1600200"/>
            <a:ext cx="8153400" cy="5257800"/>
          </a:xfrm>
        </p:spPr>
        <p:txBody>
          <a:bodyPr>
            <a:normAutofit/>
          </a:bodyPr>
          <a:lstStyle/>
          <a:p>
            <a:pPr>
              <a:spcAft>
                <a:spcPts val="1200"/>
              </a:spcAft>
            </a:pPr>
            <a:r>
              <a:rPr lang="zh-CN" altLang="en-US" dirty="0"/>
              <a:t>正常</a:t>
            </a:r>
            <a:endParaRPr lang="en-US" altLang="zh-CN" dirty="0"/>
          </a:p>
          <a:p>
            <a:pPr lvl="2">
              <a:spcAft>
                <a:spcPts val="1200"/>
              </a:spcAft>
            </a:pPr>
            <a:endParaRPr lang="en-US" altLang="zh-CN" dirty="0"/>
          </a:p>
          <a:p>
            <a:pPr lvl="2">
              <a:spcAft>
                <a:spcPts val="1200"/>
              </a:spcAft>
            </a:pPr>
            <a:endParaRPr lang="en-US" altLang="zh-CN" dirty="0"/>
          </a:p>
          <a:p>
            <a:pPr lvl="2">
              <a:spcAft>
                <a:spcPts val="1200"/>
              </a:spcAft>
            </a:pPr>
            <a:endParaRPr lang="en-US" altLang="zh-CN" dirty="0"/>
          </a:p>
          <a:p>
            <a:pPr>
              <a:spcAft>
                <a:spcPts val="1200"/>
              </a:spcAft>
            </a:pPr>
            <a:r>
              <a:rPr lang="zh-CN" altLang="en-US" dirty="0"/>
              <a:t>噪声</a:t>
            </a:r>
            <a:endParaRPr lang="en-US" altLang="zh-CN" dirty="0"/>
          </a:p>
        </p:txBody>
      </p:sp>
      <p:sp>
        <p:nvSpPr>
          <p:cNvPr id="4" name="灯片编号占位符 3">
            <a:extLst>
              <a:ext uri="{FF2B5EF4-FFF2-40B4-BE49-F238E27FC236}">
                <a16:creationId xmlns:a16="http://schemas.microsoft.com/office/drawing/2014/main" id="{48CA8F79-63DB-6840-FD16-84449F5894D8}"/>
              </a:ext>
            </a:extLst>
          </p:cNvPr>
          <p:cNvSpPr>
            <a:spLocks noGrp="1"/>
          </p:cNvSpPr>
          <p:nvPr>
            <p:ph type="sldNum" sz="quarter" idx="12"/>
          </p:nvPr>
        </p:nvSpPr>
        <p:spPr/>
        <p:txBody>
          <a:bodyPr>
            <a:normAutofit fontScale="85000" lnSpcReduction="20000"/>
          </a:bodyPr>
          <a:lstStyle/>
          <a:p>
            <a:fld id="{0C913308-F349-4B6D-A68A-DD1791B4A57B}" type="slidenum">
              <a:rPr lang="zh-CN" altLang="en-US" smtClean="0"/>
              <a:t>6</a:t>
            </a:fld>
            <a:endParaRPr lang="zh-CN" altLang="en-US" dirty="0"/>
          </a:p>
        </p:txBody>
      </p:sp>
      <p:pic>
        <p:nvPicPr>
          <p:cNvPr id="5122" name="Picture 2">
            <a:extLst>
              <a:ext uri="{FF2B5EF4-FFF2-40B4-BE49-F238E27FC236}">
                <a16:creationId xmlns:a16="http://schemas.microsoft.com/office/drawing/2014/main" id="{91F2F9BD-875F-2409-C520-FC5C144F28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9192" y="2348880"/>
            <a:ext cx="7380312" cy="1433780"/>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a:extLst>
              <a:ext uri="{FF2B5EF4-FFF2-40B4-BE49-F238E27FC236}">
                <a16:creationId xmlns:a16="http://schemas.microsoft.com/office/drawing/2014/main" id="{ED6BF520-36CC-F37E-F8FA-6DEE1BD2013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9192" y="4725144"/>
            <a:ext cx="7380312" cy="1433780"/>
          </a:xfrm>
          <a:prstGeom prst="rect">
            <a:avLst/>
          </a:prstGeom>
          <a:noFill/>
          <a:extLst>
            <a:ext uri="{909E8E84-426E-40DD-AFC4-6F175D3DCCD1}">
              <a14:hiddenFill xmlns:a14="http://schemas.microsoft.com/office/drawing/2010/main">
                <a:solidFill>
                  <a:srgbClr val="FFFFFF"/>
                </a:solidFill>
              </a14:hiddenFill>
            </a:ext>
          </a:extLst>
        </p:spPr>
      </p:pic>
      <p:pic>
        <p:nvPicPr>
          <p:cNvPr id="5125" name="Picture 5124" descr="dbscan_samples.png"/>
          <p:cNvPicPr>
            <a:picLocks noChangeAspect="1"/>
          </p:cNvPicPr>
          <p:nvPr/>
        </p:nvPicPr>
        <p:blipFill>
          <a:blip r:embed="rId4"/>
          <a:stretch>
            <a:fillRect/>
          </a:stretch>
        </p:blipFill>
        <p:spPr>
          <a:xfrm>
            <a:off x="640080" y="1371600"/>
            <a:ext cx="10058400" cy="4309176"/>
          </a:xfrm>
          <a:prstGeom prst="rect">
            <a:avLst/>
          </a:prstGeom>
        </p:spPr>
      </p:pic>
      <p:sp>
        <p:nvSpPr>
          <p:cNvPr id="5126" name="TextBox 5125"/>
          <p:cNvSpPr txBox="1"/>
          <p:nvPr/>
        </p:nvSpPr>
        <p:spPr>
          <a:xfrm>
            <a:off x="822960" y="5394960"/>
            <a:ext cx="9875520" cy="640080"/>
          </a:xfrm>
          <a:prstGeom prst="rect">
            <a:avLst/>
          </a:prstGeom>
          <a:noFill/>
        </p:spPr>
        <p:txBody>
          <a:bodyPr wrap="none">
            <a:spAutoFit/>
          </a:bodyPr>
          <a:lstStyle/>
          <a:p>
            <a:pPr algn="l"/>
            <a:r>
              <a:rPr sz="1800" b="0"/>
              <a:t>DBSCAN 参数：eps=24，min_samples=5；最终识别出 28 个噪声样本。</a:t>
            </a:r>
          </a:p>
        </p:txBody>
      </p:sp>
    </p:spTree>
    <p:extLst>
      <p:ext uri="{BB962C8B-B14F-4D97-AF65-F5344CB8AC3E}">
        <p14:creationId xmlns:p14="http://schemas.microsoft.com/office/powerpoint/2010/main" val="1447455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6E2E85-0050-F85C-93BB-4BCE77B6EBC9}"/>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FDBC4075-1B4C-B020-EDB0-D1B8CF4F8AF0}"/>
              </a:ext>
            </a:extLst>
          </p:cNvPr>
          <p:cNvSpPr>
            <a:spLocks noGrp="1"/>
          </p:cNvSpPr>
          <p:nvPr>
            <p:ph type="title"/>
          </p:nvPr>
        </p:nvSpPr>
        <p:spPr/>
        <p:txBody>
          <a:bodyPr/>
          <a:lstStyle/>
          <a:p>
            <a:r>
              <a:rPr lang="zh-CN" altLang="en-US" dirty="0"/>
              <a:t>预处理</a:t>
            </a:r>
          </a:p>
        </p:txBody>
      </p:sp>
      <p:sp>
        <p:nvSpPr>
          <p:cNvPr id="3" name="内容占位符 2">
            <a:extLst>
              <a:ext uri="{FF2B5EF4-FFF2-40B4-BE49-F238E27FC236}">
                <a16:creationId xmlns:a16="http://schemas.microsoft.com/office/drawing/2014/main" id="{62EFA7E5-8C80-F499-7775-3C4A2809AE76}"/>
              </a:ext>
            </a:extLst>
          </p:cNvPr>
          <p:cNvSpPr>
            <a:spLocks noGrp="1"/>
          </p:cNvSpPr>
          <p:nvPr>
            <p:ph sz="quarter" idx="1"/>
          </p:nvPr>
        </p:nvSpPr>
        <p:spPr>
          <a:xfrm>
            <a:off x="612648" y="1600200"/>
            <a:ext cx="8153400" cy="5257800"/>
          </a:xfrm>
        </p:spPr>
        <p:txBody>
          <a:bodyPr>
            <a:normAutofit/>
          </a:bodyPr>
          <a:lstStyle/>
          <a:p>
            <a:pPr>
              <a:spcAft>
                <a:spcPts val="1200"/>
              </a:spcAft>
            </a:pPr>
            <a:r>
              <a:rPr lang="en-US" altLang="zh-CN" b="0" dirty="0"/>
              <a:t>PCA</a:t>
            </a:r>
            <a:r>
              <a:rPr lang="zh-CN" altLang="en-US" b="0" dirty="0"/>
              <a:t>降维</a:t>
            </a:r>
            <a:endParaRPr lang="en-US" altLang="zh-CN" b="0" dirty="0"/>
          </a:p>
          <a:p>
            <a:pPr>
              <a:spcAft>
                <a:spcPts val="1200"/>
              </a:spcAft>
            </a:pPr>
            <a:r>
              <a:rPr lang="en-US" altLang="zh-CN" b="0" dirty="0"/>
              <a:t>DBSCAN</a:t>
            </a:r>
            <a:r>
              <a:rPr lang="zh-CN" altLang="en-US" b="0" dirty="0"/>
              <a:t>去噪</a:t>
            </a:r>
            <a:endParaRPr lang="en-US" altLang="zh-CN" b="0" dirty="0"/>
          </a:p>
          <a:p>
            <a:pPr>
              <a:spcAft>
                <a:spcPts val="1200"/>
              </a:spcAft>
            </a:pPr>
            <a:r>
              <a:rPr lang="zh-CN" altLang="en-US" b="0" dirty="0"/>
              <a:t>归一化</a:t>
            </a:r>
            <a:endParaRPr lang="en-US" altLang="zh-CN" b="0" dirty="0"/>
          </a:p>
          <a:p>
            <a:pPr>
              <a:spcAft>
                <a:spcPts val="1200"/>
              </a:spcAft>
            </a:pPr>
            <a:r>
              <a:rPr lang="zh-CN" altLang="en-US" b="0" dirty="0"/>
              <a:t>训练集</a:t>
            </a:r>
            <a:r>
              <a:rPr lang="en-US" altLang="zh-CN" b="0" dirty="0"/>
              <a:t>/</a:t>
            </a:r>
            <a:r>
              <a:rPr lang="zh-CN" altLang="en-US" b="0" dirty="0"/>
              <a:t>测试集</a:t>
            </a:r>
            <a:endParaRPr lang="en-US" altLang="zh-CN" b="0" dirty="0"/>
          </a:p>
        </p:txBody>
      </p:sp>
      <p:sp>
        <p:nvSpPr>
          <p:cNvPr id="4" name="灯片编号占位符 3">
            <a:extLst>
              <a:ext uri="{FF2B5EF4-FFF2-40B4-BE49-F238E27FC236}">
                <a16:creationId xmlns:a16="http://schemas.microsoft.com/office/drawing/2014/main" id="{B2970CCF-A9ED-9466-D7A9-6B6E1D125ECB}"/>
              </a:ext>
            </a:extLst>
          </p:cNvPr>
          <p:cNvSpPr>
            <a:spLocks noGrp="1"/>
          </p:cNvSpPr>
          <p:nvPr>
            <p:ph type="sldNum" sz="quarter" idx="12"/>
          </p:nvPr>
        </p:nvSpPr>
        <p:spPr/>
        <p:txBody>
          <a:bodyPr>
            <a:normAutofit fontScale="85000" lnSpcReduction="20000"/>
          </a:bodyPr>
          <a:lstStyle/>
          <a:p>
            <a:fld id="{0C913308-F349-4B6D-A68A-DD1791B4A57B}" type="slidenum">
              <a:rPr lang="zh-CN" altLang="en-US" smtClean="0"/>
              <a:t>7</a:t>
            </a:fld>
            <a:endParaRPr lang="zh-CN" altLang="en-US" dirty="0"/>
          </a:p>
        </p:txBody>
      </p:sp>
      <p:pic>
        <p:nvPicPr>
          <p:cNvPr id="5" name="Picture 4" descr="pca_variance.png"/>
          <p:cNvPicPr>
            <a:picLocks noChangeAspect="1"/>
          </p:cNvPicPr>
          <p:nvPr/>
        </p:nvPicPr>
        <p:blipFill>
          <a:blip r:embed="rId2"/>
          <a:stretch>
            <a:fillRect/>
          </a:stretch>
        </p:blipFill>
        <p:spPr>
          <a:xfrm>
            <a:off x="548640" y="1463040"/>
            <a:ext cx="4846320" cy="2986398"/>
          </a:xfrm>
          <a:prstGeom prst="rect">
            <a:avLst/>
          </a:prstGeom>
        </p:spPr>
      </p:pic>
      <p:pic>
        <p:nvPicPr>
          <p:cNvPr id="6" name="Picture 5" descr="dbscan_kdist.png"/>
          <p:cNvPicPr>
            <a:picLocks noChangeAspect="1"/>
          </p:cNvPicPr>
          <p:nvPr/>
        </p:nvPicPr>
        <p:blipFill>
          <a:blip r:embed="rId3"/>
          <a:stretch>
            <a:fillRect/>
          </a:stretch>
        </p:blipFill>
        <p:spPr>
          <a:xfrm>
            <a:off x="5577840" y="1463040"/>
            <a:ext cx="4846320" cy="2988770"/>
          </a:xfrm>
          <a:prstGeom prst="rect">
            <a:avLst/>
          </a:prstGeom>
        </p:spPr>
      </p:pic>
      <p:sp>
        <p:nvSpPr>
          <p:cNvPr id="7" name="TextBox 6"/>
          <p:cNvSpPr txBox="1"/>
          <p:nvPr/>
        </p:nvSpPr>
        <p:spPr>
          <a:xfrm>
            <a:off x="914400" y="5394960"/>
            <a:ext cx="9692640" cy="731520"/>
          </a:xfrm>
          <a:prstGeom prst="rect">
            <a:avLst/>
          </a:prstGeom>
          <a:noFill/>
        </p:spPr>
        <p:txBody>
          <a:bodyPr wrap="none">
            <a:spAutoFit/>
          </a:bodyPr>
          <a:lstStyle/>
          <a:p>
            <a:pPr algn="l"/>
            <a:r>
              <a:rPr sz="1800" b="0"/>
              <a:t>PCA 保留 278 维，可解释约 95% 的方差；根据 5 近邻距离曲线选择 DBSCAN 的 eps。</a:t>
            </a:r>
          </a:p>
        </p:txBody>
      </p:sp>
    </p:spTree>
    <p:extLst>
      <p:ext uri="{BB962C8B-B14F-4D97-AF65-F5344CB8AC3E}">
        <p14:creationId xmlns:p14="http://schemas.microsoft.com/office/powerpoint/2010/main" val="11874106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13C7B93-E9FB-83C5-BBE5-04B42B1F0932}"/>
              </a:ext>
            </a:extLst>
          </p:cNvPr>
          <p:cNvSpPr>
            <a:spLocks noGrp="1"/>
          </p:cNvSpPr>
          <p:nvPr>
            <p:ph type="title"/>
          </p:nvPr>
        </p:nvSpPr>
        <p:spPr/>
        <p:txBody>
          <a:bodyPr/>
          <a:lstStyle/>
          <a:p>
            <a:r>
              <a:rPr lang="zh-CN" altLang="en-US" dirty="0"/>
              <a:t>朴素贝叶斯</a:t>
            </a:r>
          </a:p>
        </p:txBody>
      </p:sp>
      <p:sp>
        <p:nvSpPr>
          <p:cNvPr id="4" name="灯片编号占位符 3">
            <a:extLst>
              <a:ext uri="{FF2B5EF4-FFF2-40B4-BE49-F238E27FC236}">
                <a16:creationId xmlns:a16="http://schemas.microsoft.com/office/drawing/2014/main" id="{C5BBEDF4-4195-AAB3-1553-355D143C537E}"/>
              </a:ext>
            </a:extLst>
          </p:cNvPr>
          <p:cNvSpPr>
            <a:spLocks noGrp="1"/>
          </p:cNvSpPr>
          <p:nvPr>
            <p:ph type="sldNum" sz="quarter" idx="12"/>
          </p:nvPr>
        </p:nvSpPr>
        <p:spPr/>
        <p:txBody>
          <a:bodyPr>
            <a:normAutofit fontScale="85000" lnSpcReduction="20000"/>
          </a:bodyPr>
          <a:lstStyle/>
          <a:p>
            <a:fld id="{0C913308-F349-4B6D-A68A-DD1791B4A57B}" type="slidenum">
              <a:rPr lang="zh-CN" altLang="en-US" smtClean="0"/>
              <a:t>8</a:t>
            </a:fld>
            <a:endParaRPr lang="zh-CN" altLang="en-US" dirty="0"/>
          </a:p>
        </p:txBody>
      </p:sp>
      <p:pic>
        <p:nvPicPr>
          <p:cNvPr id="1026" name="Picture 2">
            <a:extLst>
              <a:ext uri="{FF2B5EF4-FFF2-40B4-BE49-F238E27FC236}">
                <a16:creationId xmlns:a16="http://schemas.microsoft.com/office/drawing/2014/main" id="{E5BFDC95-B34B-94D4-16A0-81A18E875C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2648" y="2492896"/>
            <a:ext cx="7775776" cy="3577397"/>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1026" descr="naive_bayes_cm.png"/>
          <p:cNvPicPr>
            <a:picLocks noChangeAspect="1"/>
          </p:cNvPicPr>
          <p:nvPr/>
        </p:nvPicPr>
        <p:blipFill>
          <a:blip r:embed="rId3"/>
          <a:stretch>
            <a:fillRect/>
          </a:stretch>
        </p:blipFill>
        <p:spPr>
          <a:xfrm>
            <a:off x="457200" y="1371600"/>
            <a:ext cx="4754880" cy="3787950"/>
          </a:xfrm>
          <a:prstGeom prst="rect">
            <a:avLst/>
          </a:prstGeom>
        </p:spPr>
      </p:pic>
      <p:pic>
        <p:nvPicPr>
          <p:cNvPr id="1028" name="Picture 1027" descr="naive_bayes_roc.png"/>
          <p:cNvPicPr>
            <a:picLocks noChangeAspect="1"/>
          </p:cNvPicPr>
          <p:nvPr/>
        </p:nvPicPr>
        <p:blipFill>
          <a:blip r:embed="rId4"/>
          <a:stretch>
            <a:fillRect/>
          </a:stretch>
        </p:blipFill>
        <p:spPr>
          <a:xfrm>
            <a:off x="5486400" y="1371600"/>
            <a:ext cx="4754880" cy="3937317"/>
          </a:xfrm>
          <a:prstGeom prst="rect">
            <a:avLst/>
          </a:prstGeom>
        </p:spPr>
      </p:pic>
      <p:sp>
        <p:nvSpPr>
          <p:cNvPr id="1029" name="TextBox 1028"/>
          <p:cNvSpPr txBox="1"/>
          <p:nvPr/>
        </p:nvSpPr>
        <p:spPr>
          <a:xfrm>
            <a:off x="731520" y="5394960"/>
            <a:ext cx="9601200" cy="731520"/>
          </a:xfrm>
          <a:prstGeom prst="rect">
            <a:avLst/>
          </a:prstGeom>
          <a:noFill/>
        </p:spPr>
        <p:txBody>
          <a:bodyPr wrap="none">
            <a:spAutoFit/>
          </a:bodyPr>
          <a:lstStyle/>
          <a:p>
            <a:pPr algn="l"/>
            <a:r>
              <a:rPr sz="1700" b="0"/>
              <a:t>accuracy=0.0782  precision=0.0877  recall=0.1100  f1=0.0885</a:t>
            </a:r>
          </a:p>
        </p:txBody>
      </p:sp>
    </p:spTree>
    <p:extLst>
      <p:ext uri="{BB962C8B-B14F-4D97-AF65-F5344CB8AC3E}">
        <p14:creationId xmlns:p14="http://schemas.microsoft.com/office/powerpoint/2010/main" val="19450920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7907AE-730B-338B-FB57-51164D4CC456}"/>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E0472875-D8A3-F8C9-2E10-5C14BE925E5C}"/>
              </a:ext>
            </a:extLst>
          </p:cNvPr>
          <p:cNvSpPr>
            <a:spLocks noGrp="1"/>
          </p:cNvSpPr>
          <p:nvPr>
            <p:ph type="title"/>
          </p:nvPr>
        </p:nvSpPr>
        <p:spPr/>
        <p:txBody>
          <a:bodyPr/>
          <a:lstStyle/>
          <a:p>
            <a:r>
              <a:rPr lang="zh-CN" altLang="en-US" dirty="0"/>
              <a:t>支持向量机</a:t>
            </a:r>
          </a:p>
        </p:txBody>
      </p:sp>
      <p:sp>
        <p:nvSpPr>
          <p:cNvPr id="4" name="灯片编号占位符 3">
            <a:extLst>
              <a:ext uri="{FF2B5EF4-FFF2-40B4-BE49-F238E27FC236}">
                <a16:creationId xmlns:a16="http://schemas.microsoft.com/office/drawing/2014/main" id="{95799894-62F8-E4F9-8872-C005E8B3713F}"/>
              </a:ext>
            </a:extLst>
          </p:cNvPr>
          <p:cNvSpPr>
            <a:spLocks noGrp="1"/>
          </p:cNvSpPr>
          <p:nvPr>
            <p:ph type="sldNum" sz="quarter" idx="12"/>
          </p:nvPr>
        </p:nvSpPr>
        <p:spPr/>
        <p:txBody>
          <a:bodyPr>
            <a:normAutofit fontScale="85000" lnSpcReduction="20000"/>
          </a:bodyPr>
          <a:lstStyle/>
          <a:p>
            <a:fld id="{0C913308-F349-4B6D-A68A-DD1791B4A57B}" type="slidenum">
              <a:rPr lang="zh-CN" altLang="en-US" smtClean="0"/>
              <a:t>9</a:t>
            </a:fld>
            <a:endParaRPr lang="zh-CN" altLang="en-US" dirty="0"/>
          </a:p>
        </p:txBody>
      </p:sp>
      <p:pic>
        <p:nvPicPr>
          <p:cNvPr id="3" name="Picture 2">
            <a:extLst>
              <a:ext uri="{FF2B5EF4-FFF2-40B4-BE49-F238E27FC236}">
                <a16:creationId xmlns:a16="http://schemas.microsoft.com/office/drawing/2014/main" id="{DE444E58-D899-CA31-9B5E-014F3952884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2648" y="2492896"/>
            <a:ext cx="7775776" cy="3577397"/>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svm_cm.png"/>
          <p:cNvPicPr>
            <a:picLocks noChangeAspect="1"/>
          </p:cNvPicPr>
          <p:nvPr/>
        </p:nvPicPr>
        <p:blipFill>
          <a:blip r:embed="rId3"/>
          <a:stretch>
            <a:fillRect/>
          </a:stretch>
        </p:blipFill>
        <p:spPr>
          <a:xfrm>
            <a:off x="457200" y="1371600"/>
            <a:ext cx="4754880" cy="3787950"/>
          </a:xfrm>
          <a:prstGeom prst="rect">
            <a:avLst/>
          </a:prstGeom>
        </p:spPr>
      </p:pic>
      <p:pic>
        <p:nvPicPr>
          <p:cNvPr id="6" name="Picture 5" descr="svm_roc.png"/>
          <p:cNvPicPr>
            <a:picLocks noChangeAspect="1"/>
          </p:cNvPicPr>
          <p:nvPr/>
        </p:nvPicPr>
        <p:blipFill>
          <a:blip r:embed="rId4"/>
          <a:stretch>
            <a:fillRect/>
          </a:stretch>
        </p:blipFill>
        <p:spPr>
          <a:xfrm>
            <a:off x="5486400" y="1371600"/>
            <a:ext cx="4754880" cy="3937317"/>
          </a:xfrm>
          <a:prstGeom prst="rect">
            <a:avLst/>
          </a:prstGeom>
        </p:spPr>
      </p:pic>
      <p:sp>
        <p:nvSpPr>
          <p:cNvPr id="7" name="TextBox 6"/>
          <p:cNvSpPr txBox="1"/>
          <p:nvPr/>
        </p:nvSpPr>
        <p:spPr>
          <a:xfrm>
            <a:off x="731520" y="5394960"/>
            <a:ext cx="9601200" cy="731520"/>
          </a:xfrm>
          <a:prstGeom prst="rect">
            <a:avLst/>
          </a:prstGeom>
          <a:noFill/>
        </p:spPr>
        <p:txBody>
          <a:bodyPr wrap="none">
            <a:spAutoFit/>
          </a:bodyPr>
          <a:lstStyle/>
          <a:p>
            <a:pPr algn="l"/>
            <a:r>
              <a:rPr sz="1700" b="0"/>
              <a:t>accuracy=0.3571  precision=0.3602  recall=0.3930  f1=0.3398</a:t>
            </a:r>
          </a:p>
        </p:txBody>
      </p:sp>
    </p:spTree>
    <p:extLst>
      <p:ext uri="{BB962C8B-B14F-4D97-AF65-F5344CB8AC3E}">
        <p14:creationId xmlns:p14="http://schemas.microsoft.com/office/powerpoint/2010/main" val="21208614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5FA8CF-07A0-B8EC-FD6F-4BB1139B653A}"/>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5027E4B-51D8-2616-56FD-D95DCD5F2985}"/>
              </a:ext>
            </a:extLst>
          </p:cNvPr>
          <p:cNvSpPr>
            <a:spLocks noGrp="1"/>
          </p:cNvSpPr>
          <p:nvPr>
            <p:ph type="title"/>
          </p:nvPr>
        </p:nvSpPr>
        <p:spPr/>
        <p:txBody>
          <a:bodyPr/>
          <a:lstStyle/>
          <a:p>
            <a:r>
              <a:rPr lang="zh-CN" altLang="en-US" dirty="0"/>
              <a:t>随机森林</a:t>
            </a:r>
          </a:p>
        </p:txBody>
      </p:sp>
      <p:sp>
        <p:nvSpPr>
          <p:cNvPr id="4" name="灯片编号占位符 3">
            <a:extLst>
              <a:ext uri="{FF2B5EF4-FFF2-40B4-BE49-F238E27FC236}">
                <a16:creationId xmlns:a16="http://schemas.microsoft.com/office/drawing/2014/main" id="{2D9B02C8-2EF7-7326-B175-D8C7EE5086F8}"/>
              </a:ext>
            </a:extLst>
          </p:cNvPr>
          <p:cNvSpPr>
            <a:spLocks noGrp="1"/>
          </p:cNvSpPr>
          <p:nvPr>
            <p:ph type="sldNum" sz="quarter" idx="12"/>
          </p:nvPr>
        </p:nvSpPr>
        <p:spPr/>
        <p:txBody>
          <a:bodyPr>
            <a:normAutofit fontScale="85000" lnSpcReduction="20000"/>
          </a:bodyPr>
          <a:lstStyle/>
          <a:p>
            <a:fld id="{0C913308-F349-4B6D-A68A-DD1791B4A57B}" type="slidenum">
              <a:rPr lang="zh-CN" altLang="en-US" smtClean="0"/>
              <a:t>10</a:t>
            </a:fld>
            <a:endParaRPr lang="zh-CN" altLang="en-US" dirty="0"/>
          </a:p>
        </p:txBody>
      </p:sp>
      <p:pic>
        <p:nvPicPr>
          <p:cNvPr id="5" name="Picture 2">
            <a:extLst>
              <a:ext uri="{FF2B5EF4-FFF2-40B4-BE49-F238E27FC236}">
                <a16:creationId xmlns:a16="http://schemas.microsoft.com/office/drawing/2014/main" id="{3575A982-3DD3-E9E5-6E46-C88A26A21C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2648" y="2492896"/>
            <a:ext cx="7775776" cy="357739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descr="random_forest_cm.png"/>
          <p:cNvPicPr>
            <a:picLocks noChangeAspect="1"/>
          </p:cNvPicPr>
          <p:nvPr/>
        </p:nvPicPr>
        <p:blipFill>
          <a:blip r:embed="rId3"/>
          <a:stretch>
            <a:fillRect/>
          </a:stretch>
        </p:blipFill>
        <p:spPr>
          <a:xfrm>
            <a:off x="457200" y="1371600"/>
            <a:ext cx="4754880" cy="3787950"/>
          </a:xfrm>
          <a:prstGeom prst="rect">
            <a:avLst/>
          </a:prstGeom>
        </p:spPr>
      </p:pic>
      <p:pic>
        <p:nvPicPr>
          <p:cNvPr id="7" name="Picture 6" descr="random_forest_roc.png"/>
          <p:cNvPicPr>
            <a:picLocks noChangeAspect="1"/>
          </p:cNvPicPr>
          <p:nvPr/>
        </p:nvPicPr>
        <p:blipFill>
          <a:blip r:embed="rId4"/>
          <a:stretch>
            <a:fillRect/>
          </a:stretch>
        </p:blipFill>
        <p:spPr>
          <a:xfrm>
            <a:off x="5486400" y="1371600"/>
            <a:ext cx="4754880" cy="3937317"/>
          </a:xfrm>
          <a:prstGeom prst="rect">
            <a:avLst/>
          </a:prstGeom>
        </p:spPr>
      </p:pic>
      <p:sp>
        <p:nvSpPr>
          <p:cNvPr id="8" name="TextBox 7"/>
          <p:cNvSpPr txBox="1"/>
          <p:nvPr/>
        </p:nvSpPr>
        <p:spPr>
          <a:xfrm>
            <a:off x="731520" y="5394960"/>
            <a:ext cx="9601200" cy="731520"/>
          </a:xfrm>
          <a:prstGeom prst="rect">
            <a:avLst/>
          </a:prstGeom>
          <a:noFill/>
        </p:spPr>
        <p:txBody>
          <a:bodyPr wrap="none">
            <a:spAutoFit/>
          </a:bodyPr>
          <a:lstStyle/>
          <a:p>
            <a:pPr algn="l"/>
            <a:r>
              <a:rPr sz="1700" b="0"/>
              <a:t>accuracy=0.2264  precision=0.1871  recall=0.2440  f1=0.1918</a:t>
            </a:r>
          </a:p>
        </p:txBody>
      </p:sp>
    </p:spTree>
    <p:extLst>
      <p:ext uri="{BB962C8B-B14F-4D97-AF65-F5344CB8AC3E}">
        <p14:creationId xmlns:p14="http://schemas.microsoft.com/office/powerpoint/2010/main" val="40651205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1B5AF6-3343-65C9-0B49-80BD57088A40}"/>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F59DEF99-E0CF-6114-F401-A9B5A1D679AF}"/>
              </a:ext>
            </a:extLst>
          </p:cNvPr>
          <p:cNvSpPr>
            <a:spLocks noGrp="1"/>
          </p:cNvSpPr>
          <p:nvPr>
            <p:ph type="title"/>
          </p:nvPr>
        </p:nvSpPr>
        <p:spPr/>
        <p:txBody>
          <a:bodyPr/>
          <a:lstStyle/>
          <a:p>
            <a:r>
              <a:rPr lang="zh-CN" altLang="en-US" dirty="0"/>
              <a:t>卷积神经网络</a:t>
            </a:r>
          </a:p>
        </p:txBody>
      </p:sp>
      <p:sp>
        <p:nvSpPr>
          <p:cNvPr id="4" name="灯片编号占位符 3">
            <a:extLst>
              <a:ext uri="{FF2B5EF4-FFF2-40B4-BE49-F238E27FC236}">
                <a16:creationId xmlns:a16="http://schemas.microsoft.com/office/drawing/2014/main" id="{1CD88341-66A7-C87F-1439-6CB8224440C8}"/>
              </a:ext>
            </a:extLst>
          </p:cNvPr>
          <p:cNvSpPr>
            <a:spLocks noGrp="1"/>
          </p:cNvSpPr>
          <p:nvPr>
            <p:ph type="sldNum" sz="quarter" idx="12"/>
          </p:nvPr>
        </p:nvSpPr>
        <p:spPr/>
        <p:txBody>
          <a:bodyPr>
            <a:normAutofit fontScale="85000" lnSpcReduction="20000"/>
          </a:bodyPr>
          <a:lstStyle/>
          <a:p>
            <a:fld id="{0C913308-F349-4B6D-A68A-DD1791B4A57B}" type="slidenum">
              <a:rPr lang="zh-CN" altLang="en-US" smtClean="0"/>
              <a:t>11</a:t>
            </a:fld>
            <a:endParaRPr lang="zh-CN" altLang="en-US" dirty="0"/>
          </a:p>
        </p:txBody>
      </p:sp>
      <p:pic>
        <p:nvPicPr>
          <p:cNvPr id="3" name="Picture 2">
            <a:extLst>
              <a:ext uri="{FF2B5EF4-FFF2-40B4-BE49-F238E27FC236}">
                <a16:creationId xmlns:a16="http://schemas.microsoft.com/office/drawing/2014/main" id="{F8C99165-2E6C-43B0-384E-B4C2628513F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7712" y="2490625"/>
            <a:ext cx="7780712" cy="3579668"/>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cnn_loss.png"/>
          <p:cNvPicPr>
            <a:picLocks noChangeAspect="1"/>
          </p:cNvPicPr>
          <p:nvPr/>
        </p:nvPicPr>
        <p:blipFill>
          <a:blip r:embed="rId3"/>
          <a:stretch>
            <a:fillRect/>
          </a:stretch>
        </p:blipFill>
        <p:spPr>
          <a:xfrm>
            <a:off x="365760" y="1280160"/>
            <a:ext cx="3383280" cy="1897998"/>
          </a:xfrm>
          <a:prstGeom prst="rect">
            <a:avLst/>
          </a:prstGeom>
        </p:spPr>
      </p:pic>
      <p:pic>
        <p:nvPicPr>
          <p:cNvPr id="6" name="Picture 5" descr="cnn_cm.png"/>
          <p:cNvPicPr>
            <a:picLocks noChangeAspect="1"/>
          </p:cNvPicPr>
          <p:nvPr/>
        </p:nvPicPr>
        <p:blipFill>
          <a:blip r:embed="rId4"/>
          <a:stretch>
            <a:fillRect/>
          </a:stretch>
        </p:blipFill>
        <p:spPr>
          <a:xfrm>
            <a:off x="4114800" y="1280160"/>
            <a:ext cx="3200400" cy="2549581"/>
          </a:xfrm>
          <a:prstGeom prst="rect">
            <a:avLst/>
          </a:prstGeom>
        </p:spPr>
      </p:pic>
      <p:pic>
        <p:nvPicPr>
          <p:cNvPr id="7" name="Picture 6" descr="cnn_roc.png"/>
          <p:cNvPicPr>
            <a:picLocks noChangeAspect="1"/>
          </p:cNvPicPr>
          <p:nvPr/>
        </p:nvPicPr>
        <p:blipFill>
          <a:blip r:embed="rId5"/>
          <a:stretch>
            <a:fillRect/>
          </a:stretch>
        </p:blipFill>
        <p:spPr>
          <a:xfrm>
            <a:off x="7498079" y="1280160"/>
            <a:ext cx="3200400" cy="2650117"/>
          </a:xfrm>
          <a:prstGeom prst="rect">
            <a:avLst/>
          </a:prstGeom>
        </p:spPr>
      </p:pic>
      <p:sp>
        <p:nvSpPr>
          <p:cNvPr id="8" name="TextBox 7"/>
          <p:cNvSpPr txBox="1"/>
          <p:nvPr/>
        </p:nvSpPr>
        <p:spPr>
          <a:xfrm>
            <a:off x="731520" y="5394960"/>
            <a:ext cx="9601200" cy="731520"/>
          </a:xfrm>
          <a:prstGeom prst="rect">
            <a:avLst/>
          </a:prstGeom>
          <a:noFill/>
        </p:spPr>
        <p:txBody>
          <a:bodyPr wrap="none">
            <a:spAutoFit/>
          </a:bodyPr>
          <a:lstStyle/>
          <a:p>
            <a:pPr algn="l"/>
            <a:r>
              <a:rPr sz="1700" b="0"/>
              <a:t>accuracy=0.0795  precision=0.0407  recall=0.0900  f1=0.0487</a:t>
            </a:r>
          </a:p>
        </p:txBody>
      </p:sp>
    </p:spTree>
    <p:extLst>
      <p:ext uri="{BB962C8B-B14F-4D97-AF65-F5344CB8AC3E}">
        <p14:creationId xmlns:p14="http://schemas.microsoft.com/office/powerpoint/2010/main" val="392982200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jpeg"/></Relationships>
</file>

<file path=ppt/theme/theme1.xml><?xml version="1.0" encoding="utf-8"?>
<a:theme xmlns:a="http://schemas.openxmlformats.org/drawingml/2006/main" name="中性">
  <a:themeElements>
    <a:clrScheme name="自定义 3">
      <a:dk1>
        <a:srgbClr val="000000"/>
      </a:dk1>
      <a:lt1>
        <a:srgbClr val="FFFFFF"/>
      </a:lt1>
      <a:dk2>
        <a:srgbClr val="4F2683"/>
      </a:dk2>
      <a:lt2>
        <a:srgbClr val="E7E6E6"/>
      </a:lt2>
      <a:accent1>
        <a:srgbClr val="4F2683"/>
      </a:accent1>
      <a:accent2>
        <a:srgbClr val="8F55E0"/>
      </a:accent2>
      <a:accent3>
        <a:srgbClr val="B9F876"/>
      </a:accent3>
      <a:accent4>
        <a:srgbClr val="F0A757"/>
      </a:accent4>
      <a:accent5>
        <a:srgbClr val="8F55E0"/>
      </a:accent5>
      <a:accent6>
        <a:srgbClr val="4F2683"/>
      </a:accent6>
      <a:hlink>
        <a:srgbClr val="4F2683"/>
      </a:hlink>
      <a:folHlink>
        <a:srgbClr val="818283"/>
      </a:folHlink>
    </a:clrScheme>
    <a:fontScheme name="中性">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中性">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Custom Design">
  <a:themeElements>
    <a:clrScheme name="Western PPT">
      <a:dk1>
        <a:srgbClr val="000000"/>
      </a:dk1>
      <a:lt1>
        <a:srgbClr val="FFFFFF"/>
      </a:lt1>
      <a:dk2>
        <a:srgbClr val="4F2683"/>
      </a:dk2>
      <a:lt2>
        <a:srgbClr val="E7E6E6"/>
      </a:lt2>
      <a:accent1>
        <a:srgbClr val="8F55E0"/>
      </a:accent1>
      <a:accent2>
        <a:srgbClr val="7DEAFB"/>
      </a:accent2>
      <a:accent3>
        <a:srgbClr val="B9F876"/>
      </a:accent3>
      <a:accent4>
        <a:srgbClr val="F0A757"/>
      </a:accent4>
      <a:accent5>
        <a:srgbClr val="8F55E0"/>
      </a:accent5>
      <a:accent6>
        <a:srgbClr val="7DEAFB"/>
      </a:accent6>
      <a:hlink>
        <a:srgbClr val="4F2683"/>
      </a:hlink>
      <a:folHlink>
        <a:srgbClr val="818283"/>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4F2683"/>
        </a:solidFill>
        <a:ln>
          <a:noFill/>
        </a:ln>
      </a:spPr>
      <a:bodyPr rtlCol="0" anchor="ctr"/>
      <a:lstStyle>
        <a:defPPr algn="ctr">
          <a:defRPr sz="1350"/>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Median</Template>
  <TotalTime>3167</TotalTime>
  <Words>151</Words>
  <Application>Microsoft Office PowerPoint</Application>
  <PresentationFormat>全屏显示(4:3)</PresentationFormat>
  <Paragraphs>38</Paragraphs>
  <Slides>11</Slides>
  <Notes>0</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11</vt:i4>
      </vt:variant>
    </vt:vector>
  </HeadingPairs>
  <TitlesOfParts>
    <vt:vector size="20" baseType="lpstr">
      <vt:lpstr>Aptos</vt:lpstr>
      <vt:lpstr>Arial</vt:lpstr>
      <vt:lpstr>Calibri</vt:lpstr>
      <vt:lpstr>Tahoma</vt:lpstr>
      <vt:lpstr>Tw Cen MT</vt:lpstr>
      <vt:lpstr>Wingdings</vt:lpstr>
      <vt:lpstr>Wingdings 2</vt:lpstr>
      <vt:lpstr>中性</vt:lpstr>
      <vt:lpstr>Custom Design</vt:lpstr>
      <vt:lpstr>PowerPoint 演示文稿</vt:lpstr>
      <vt:lpstr>定场诗</vt:lpstr>
      <vt:lpstr>简介</vt:lpstr>
      <vt:lpstr>实验报告</vt:lpstr>
      <vt:lpstr>数据集</vt:lpstr>
      <vt:lpstr>数据集</vt:lpstr>
      <vt:lpstr>预处理</vt:lpstr>
      <vt:lpstr>朴素贝叶斯</vt:lpstr>
      <vt:lpstr>支持向量机</vt:lpstr>
      <vt:lpstr>随机森林</vt:lpstr>
      <vt:lpstr>卷积神经网络</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孙文翰</dc:creator>
  <cp:lastModifiedBy>Johnny Sun</cp:lastModifiedBy>
  <cp:revision>435</cp:revision>
  <dcterms:created xsi:type="dcterms:W3CDTF">2016-02-22T01:45:17Z</dcterms:created>
  <dcterms:modified xsi:type="dcterms:W3CDTF">2026-03-08T13:45:24Z</dcterms:modified>
</cp:coreProperties>
</file>